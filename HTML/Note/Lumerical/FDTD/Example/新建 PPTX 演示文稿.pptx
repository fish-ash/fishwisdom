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6" r:id="rId4"/>
    <p:sldId id="258" r:id="rId6"/>
    <p:sldId id="259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155" y="0"/>
            <a:ext cx="114896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155" y="0"/>
            <a:ext cx="1148969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82600" y="345440"/>
            <a:ext cx="574040" cy="4679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183" y="0"/>
            <a:ext cx="7493635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349500" y="566420"/>
            <a:ext cx="7494270" cy="17125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183" y="0"/>
            <a:ext cx="7493635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349500" y="2292985"/>
            <a:ext cx="7494270" cy="41770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155" y="0"/>
            <a:ext cx="1148969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93470" y="345440"/>
            <a:ext cx="616585" cy="4679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FishAsh</dc:creator>
  <cp:lastModifiedBy>六月渔烬</cp:lastModifiedBy>
  <cp:revision>6</cp:revision>
  <dcterms:created xsi:type="dcterms:W3CDTF">2023-08-09T12:44:00Z</dcterms:created>
  <dcterms:modified xsi:type="dcterms:W3CDTF">2026-07-18T13:33:27Z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429AFC14E4EF4A2C9DC30872E17EDD58_12</vt:lpwstr>
  </property>
</Properties>
</file>