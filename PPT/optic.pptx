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1" r:id="rId5"/>
    <p:sldId id="260" r:id="rId6"/>
    <p:sldId id="259" r:id="rId7"/>
    <p:sldId id="262" r:id="rId8"/>
    <p:sldId id="263" r:id="rId9"/>
    <p:sldId id="265" r:id="rId10"/>
    <p:sldId id="264" r:id="rId11"/>
    <p:sldId id="266" r:id="rId12"/>
    <p:sldId id="267" r:id="rId13"/>
  </p:sldIdLst>
  <p:sldSz cx="12192000" cy="6858000"/>
  <p:notesSz cx="6858000" cy="9144000"/>
  <p:custDataLst>
    <p:tags r:id="rId1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FF2FF"/>
    <a:srgbClr val="4874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200" d="100"/>
          <a:sy n="200" d="100"/>
        </p:scale>
        <p:origin x="-5180" y="-1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  <a:t>2026-09-29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直接连接符 2"/>
          <p:cNvCxnSpPr/>
          <p:nvPr/>
        </p:nvCxnSpPr>
        <p:spPr>
          <a:xfrm>
            <a:off x="1486773" y="3217850"/>
            <a:ext cx="265943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/>
        </p:nvCxnSpPr>
        <p:spPr>
          <a:xfrm>
            <a:off x="2795452" y="2002971"/>
            <a:ext cx="0" cy="2360023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连接符 8"/>
          <p:cNvCxnSpPr/>
          <p:nvPr/>
        </p:nvCxnSpPr>
        <p:spPr>
          <a:xfrm flipH="1">
            <a:off x="1486773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连接符 9"/>
          <p:cNvCxnSpPr/>
          <p:nvPr/>
        </p:nvCxnSpPr>
        <p:spPr>
          <a:xfrm flipH="1">
            <a:off x="1928537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 flipH="1">
            <a:off x="2370301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 flipH="1">
            <a:off x="2812065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 flipH="1">
            <a:off x="3253829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连接符 13"/>
          <p:cNvCxnSpPr/>
          <p:nvPr/>
        </p:nvCxnSpPr>
        <p:spPr>
          <a:xfrm flipH="1">
            <a:off x="3695595" y="3217850"/>
            <a:ext cx="272358" cy="143659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/>
          <p:cNvCxnSpPr/>
          <p:nvPr/>
        </p:nvCxnSpPr>
        <p:spPr>
          <a:xfrm>
            <a:off x="1676400" y="2273300"/>
            <a:ext cx="1119052" cy="94455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/>
          <p:nvPr/>
        </p:nvCxnSpPr>
        <p:spPr>
          <a:xfrm flipV="1">
            <a:off x="5837071" y="2170894"/>
            <a:ext cx="1277015" cy="1012283"/>
          </a:xfrm>
          <a:prstGeom prst="straightConnector1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/>
          <p:cNvCxnSpPr/>
          <p:nvPr/>
        </p:nvCxnSpPr>
        <p:spPr>
          <a:xfrm>
            <a:off x="4533331" y="3207820"/>
            <a:ext cx="2659438" cy="0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接箭头连接符 30"/>
          <p:cNvCxnSpPr/>
          <p:nvPr/>
        </p:nvCxnSpPr>
        <p:spPr>
          <a:xfrm>
            <a:off x="4722958" y="2263270"/>
            <a:ext cx="1119052" cy="944550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接连接符 63"/>
          <p:cNvCxnSpPr/>
          <p:nvPr/>
        </p:nvCxnSpPr>
        <p:spPr>
          <a:xfrm rot="860945">
            <a:off x="4524690" y="3206732"/>
            <a:ext cx="2659438" cy="0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连接符 64"/>
          <p:cNvCxnSpPr/>
          <p:nvPr/>
        </p:nvCxnSpPr>
        <p:spPr>
          <a:xfrm rot="860945">
            <a:off x="5842666" y="1987727"/>
            <a:ext cx="0" cy="2360023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直接连接符 65"/>
          <p:cNvCxnSpPr/>
          <p:nvPr/>
        </p:nvCxnSpPr>
        <p:spPr>
          <a:xfrm rot="860945" flipH="1">
            <a:off x="4544122" y="2908698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连接符 66"/>
          <p:cNvCxnSpPr/>
          <p:nvPr/>
        </p:nvCxnSpPr>
        <p:spPr>
          <a:xfrm rot="860945" flipH="1">
            <a:off x="4972105" y="3018180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连接符 67"/>
          <p:cNvCxnSpPr/>
          <p:nvPr/>
        </p:nvCxnSpPr>
        <p:spPr>
          <a:xfrm rot="860945" flipH="1">
            <a:off x="5400088" y="3127661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/>
          <p:nvPr/>
        </p:nvCxnSpPr>
        <p:spPr>
          <a:xfrm rot="860945" flipH="1">
            <a:off x="5828070" y="3237143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连接符 69"/>
          <p:cNvCxnSpPr/>
          <p:nvPr/>
        </p:nvCxnSpPr>
        <p:spPr>
          <a:xfrm rot="860945" flipH="1">
            <a:off x="6256053" y="3346625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/>
          <p:cNvCxnSpPr/>
          <p:nvPr/>
        </p:nvCxnSpPr>
        <p:spPr>
          <a:xfrm rot="860945" flipH="1">
            <a:off x="6684037" y="3456108"/>
            <a:ext cx="272358" cy="143659"/>
          </a:xfrm>
          <a:prstGeom prst="line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直接箭头连接符 71"/>
          <p:cNvCxnSpPr/>
          <p:nvPr/>
        </p:nvCxnSpPr>
        <p:spPr>
          <a:xfrm rot="860945">
            <a:off x="4849472" y="2133034"/>
            <a:ext cx="1119052" cy="944550"/>
          </a:xfrm>
          <a:prstGeom prst="straightConnector1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直接箭头连接符 72"/>
          <p:cNvCxnSpPr/>
          <p:nvPr/>
        </p:nvCxnSpPr>
        <p:spPr>
          <a:xfrm rot="860945" flipV="1">
            <a:off x="5939543" y="2363265"/>
            <a:ext cx="1277015" cy="1012283"/>
          </a:xfrm>
          <a:prstGeom prst="straightConnector1">
            <a:avLst/>
          </a:prstGeom>
          <a:ln w="25400">
            <a:solidFill>
              <a:schemeClr val="accent4">
                <a:lumMod val="60000"/>
                <a:lumOff val="40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弧形 79"/>
          <p:cNvSpPr/>
          <p:nvPr/>
        </p:nvSpPr>
        <p:spPr>
          <a:xfrm>
            <a:off x="5305163" y="2810786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弧形 81"/>
          <p:cNvSpPr/>
          <p:nvPr/>
        </p:nvSpPr>
        <p:spPr>
          <a:xfrm rot="3269153">
            <a:off x="5296305" y="2720398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3" name="文本框 82"/>
              <p:cNvSpPr txBox="1"/>
              <p:nvPr/>
            </p:nvSpPr>
            <p:spPr>
              <a:xfrm>
                <a:off x="5126934" y="3217850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3" name="文本框 8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6934" y="3217850"/>
                <a:ext cx="276657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209" t="-83" r="136" b="1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文本框 83"/>
              <p:cNvSpPr txBox="1"/>
              <p:nvPr/>
            </p:nvSpPr>
            <p:spPr>
              <a:xfrm>
                <a:off x="5147214" y="2441454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84" name="文本框 8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7214" y="2441454"/>
                <a:ext cx="276657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195" t="-139" r="121" b="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6" name="直接箭头连接符 85"/>
          <p:cNvCxnSpPr/>
          <p:nvPr/>
        </p:nvCxnSpPr>
        <p:spPr>
          <a:xfrm flipV="1">
            <a:off x="5834025" y="2877189"/>
            <a:ext cx="1665998" cy="334969"/>
          </a:xfrm>
          <a:prstGeom prst="straightConnector1">
            <a:avLst/>
          </a:prstGeom>
          <a:ln w="25400">
            <a:solidFill>
              <a:schemeClr val="accent5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/>
          <p:nvPr/>
        </p:nvCxnSpPr>
        <p:spPr>
          <a:xfrm>
            <a:off x="5833516" y="1938155"/>
            <a:ext cx="0" cy="2360023"/>
          </a:xfrm>
          <a:prstGeom prst="line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箭头连接符 89"/>
          <p:cNvCxnSpPr/>
          <p:nvPr/>
        </p:nvCxnSpPr>
        <p:spPr>
          <a:xfrm flipV="1">
            <a:off x="2795452" y="2205567"/>
            <a:ext cx="1277015" cy="1012283"/>
          </a:xfrm>
          <a:prstGeom prst="straightConnector1">
            <a:avLst/>
          </a:prstGeom>
          <a:ln w="25400">
            <a:solidFill>
              <a:schemeClr val="accent6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弧形 90"/>
          <p:cNvSpPr/>
          <p:nvPr/>
        </p:nvSpPr>
        <p:spPr>
          <a:xfrm rot="2086334">
            <a:off x="2423602" y="2717433"/>
            <a:ext cx="659086" cy="659086"/>
          </a:xfrm>
          <a:prstGeom prst="arc">
            <a:avLst>
              <a:gd name="adj1" fmla="val 9996508"/>
              <a:gd name="adj2" fmla="val 14274101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3">
                  <a:lumMod val="60000"/>
                  <a:lumOff val="40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文本框 91"/>
              <p:cNvSpPr txBox="1"/>
              <p:nvPr/>
            </p:nvSpPr>
            <p:spPr>
              <a:xfrm>
                <a:off x="2296561" y="2443734"/>
                <a:ext cx="48353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α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2" name="文本框 9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6561" y="2443734"/>
                <a:ext cx="483539" cy="369332"/>
              </a:xfrm>
              <a:prstGeom prst="rect">
                <a:avLst/>
              </a:prstGeom>
              <a:blipFill rotWithShape="1">
                <a:blip r:embed="rId3"/>
                <a:stretch>
                  <a:fillRect l="-83" t="-69" r="14" b="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3" name="弧形 92"/>
          <p:cNvSpPr/>
          <p:nvPr/>
        </p:nvSpPr>
        <p:spPr>
          <a:xfrm rot="6611840">
            <a:off x="5454502" y="2671686"/>
            <a:ext cx="659086" cy="659086"/>
          </a:xfrm>
          <a:prstGeom prst="arc">
            <a:avLst>
              <a:gd name="adj1" fmla="val 9996508"/>
              <a:gd name="adj2" fmla="val 11658238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本框 93"/>
              <p:cNvSpPr txBox="1"/>
              <p:nvPr/>
            </p:nvSpPr>
            <p:spPr>
              <a:xfrm>
                <a:off x="5761017" y="2305969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94" name="文本框 9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61017" y="2305969"/>
                <a:ext cx="276657" cy="369332"/>
              </a:xfrm>
              <a:prstGeom prst="rect">
                <a:avLst/>
              </a:prstGeom>
              <a:blipFill rotWithShape="1">
                <a:blip r:embed="rId2"/>
                <a:stretch>
                  <a:fillRect l="-107" t="-77" r="34" b="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弧形 1"/>
          <p:cNvSpPr/>
          <p:nvPr/>
        </p:nvSpPr>
        <p:spPr>
          <a:xfrm rot="6611840">
            <a:off x="6084504" y="2556808"/>
            <a:ext cx="659086" cy="659086"/>
          </a:xfrm>
          <a:prstGeom prst="arc">
            <a:avLst>
              <a:gd name="adj1" fmla="val 11269726"/>
              <a:gd name="adj2" fmla="val 16737795"/>
            </a:avLst>
          </a:prstGeom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本框 3"/>
              <p:cNvSpPr txBox="1"/>
              <p:nvPr/>
            </p:nvSpPr>
            <p:spPr>
              <a:xfrm>
                <a:off x="6771225" y="2486993"/>
                <a:ext cx="276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m:rPr>
                          <m:sty m:val="p"/>
                        </m:rPr>
                        <a:rPr lang="en-US" altLang="zh-CN" b="0" i="1" smtClean="0">
                          <a:solidFill>
                            <a:schemeClr val="accent3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zh-CN" b="0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" name="文本框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1225" y="2486993"/>
                <a:ext cx="276657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80" t="-90" r="-23865" b="2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 bwMode="auto">
          <a:xfrm>
            <a:off x="372999" y="1221549"/>
            <a:ext cx="1892300" cy="1631950"/>
            <a:chOff x="1854" y="9445"/>
            <a:chExt cx="1800" cy="1404"/>
          </a:xfrm>
        </p:grpSpPr>
        <p:sp>
          <p:nvSpPr>
            <p:cNvPr id="35" name="Line 6"/>
            <p:cNvSpPr>
              <a:spLocks noChangeShapeType="1"/>
            </p:cNvSpPr>
            <p:nvPr/>
          </p:nvSpPr>
          <p:spPr bwMode="auto">
            <a:xfrm>
              <a:off x="1854" y="944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6" name="Line 7"/>
            <p:cNvSpPr>
              <a:spLocks noChangeShapeType="1"/>
            </p:cNvSpPr>
            <p:nvPr/>
          </p:nvSpPr>
          <p:spPr bwMode="auto">
            <a:xfrm rot="5400000">
              <a:off x="2754" y="994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6" name="Group 8"/>
          <p:cNvGrpSpPr/>
          <p:nvPr/>
        </p:nvGrpSpPr>
        <p:grpSpPr bwMode="auto">
          <a:xfrm>
            <a:off x="3054349" y="1251713"/>
            <a:ext cx="1892300" cy="1631950"/>
            <a:chOff x="2634" y="9685"/>
            <a:chExt cx="1800" cy="1404"/>
          </a:xfrm>
        </p:grpSpPr>
        <p:sp>
          <p:nvSpPr>
            <p:cNvPr id="33" name="Line 9"/>
            <p:cNvSpPr>
              <a:spLocks noChangeShapeType="1"/>
            </p:cNvSpPr>
            <p:nvPr/>
          </p:nvSpPr>
          <p:spPr bwMode="auto">
            <a:xfrm>
              <a:off x="2634" y="968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4" name="Line 10"/>
            <p:cNvSpPr>
              <a:spLocks noChangeShapeType="1"/>
            </p:cNvSpPr>
            <p:nvPr/>
          </p:nvSpPr>
          <p:spPr bwMode="auto">
            <a:xfrm rot="5400000">
              <a:off x="3534" y="1018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7" name="Group 11"/>
          <p:cNvGrpSpPr/>
          <p:nvPr/>
        </p:nvGrpSpPr>
        <p:grpSpPr bwMode="auto">
          <a:xfrm>
            <a:off x="5967351" y="1380299"/>
            <a:ext cx="1892300" cy="1631950"/>
            <a:chOff x="2874" y="9925"/>
            <a:chExt cx="1800" cy="1404"/>
          </a:xfrm>
        </p:grpSpPr>
        <p:sp>
          <p:nvSpPr>
            <p:cNvPr id="31" name="Line 12"/>
            <p:cNvSpPr>
              <a:spLocks noChangeShapeType="1"/>
            </p:cNvSpPr>
            <p:nvPr/>
          </p:nvSpPr>
          <p:spPr bwMode="auto">
            <a:xfrm>
              <a:off x="2874" y="992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2" name="Line 13"/>
            <p:cNvSpPr>
              <a:spLocks noChangeShapeType="1"/>
            </p:cNvSpPr>
            <p:nvPr/>
          </p:nvSpPr>
          <p:spPr bwMode="auto">
            <a:xfrm rot="5400000">
              <a:off x="3774" y="1042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grpSp>
        <p:nvGrpSpPr>
          <p:cNvPr id="8" name="Group 14"/>
          <p:cNvGrpSpPr/>
          <p:nvPr/>
        </p:nvGrpSpPr>
        <p:grpSpPr bwMode="auto">
          <a:xfrm>
            <a:off x="9028115" y="1462850"/>
            <a:ext cx="1892300" cy="1631950"/>
            <a:chOff x="6354" y="9445"/>
            <a:chExt cx="1800" cy="1404"/>
          </a:xfrm>
        </p:grpSpPr>
        <p:sp>
          <p:nvSpPr>
            <p:cNvPr id="29" name="Line 15"/>
            <p:cNvSpPr>
              <a:spLocks noChangeShapeType="1"/>
            </p:cNvSpPr>
            <p:nvPr/>
          </p:nvSpPr>
          <p:spPr bwMode="auto">
            <a:xfrm>
              <a:off x="6354" y="9445"/>
              <a:ext cx="0" cy="1404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0" name="Line 16"/>
            <p:cNvSpPr>
              <a:spLocks noChangeShapeType="1"/>
            </p:cNvSpPr>
            <p:nvPr/>
          </p:nvSpPr>
          <p:spPr bwMode="auto">
            <a:xfrm rot="5400000">
              <a:off x="7254" y="9949"/>
              <a:ext cx="0" cy="1800"/>
            </a:xfrm>
            <a:prstGeom prst="line">
              <a:avLst/>
            </a:prstGeom>
            <a:noFill/>
            <a:ln w="28575">
              <a:solidFill>
                <a:schemeClr val="tx1"/>
              </a:solidFill>
              <a:round/>
              <a:headEnd type="stealth" w="sm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</p:grpSp>
      <p:sp>
        <p:nvSpPr>
          <p:cNvPr id="9" name="Line 17"/>
          <p:cNvSpPr>
            <a:spLocks noChangeShapeType="1"/>
          </p:cNvSpPr>
          <p:nvPr/>
        </p:nvSpPr>
        <p:spPr bwMode="auto">
          <a:xfrm>
            <a:off x="750824" y="1766062"/>
            <a:ext cx="0" cy="10874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0" name="Line 18"/>
          <p:cNvSpPr>
            <a:spLocks noChangeShapeType="1"/>
          </p:cNvSpPr>
          <p:nvPr/>
        </p:nvSpPr>
        <p:spPr bwMode="auto">
          <a:xfrm>
            <a:off x="941324" y="2308987"/>
            <a:ext cx="0" cy="5445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1" name="Line 19"/>
          <p:cNvSpPr>
            <a:spLocks noChangeShapeType="1"/>
          </p:cNvSpPr>
          <p:nvPr/>
        </p:nvSpPr>
        <p:spPr bwMode="auto">
          <a:xfrm>
            <a:off x="1508061" y="1402524"/>
            <a:ext cx="0" cy="145097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2" name="Rectangle 20"/>
          <p:cNvSpPr>
            <a:spLocks noChangeArrowheads="1"/>
          </p:cNvSpPr>
          <p:nvPr/>
        </p:nvSpPr>
        <p:spPr bwMode="auto">
          <a:xfrm>
            <a:off x="3433762" y="1977201"/>
            <a:ext cx="188912" cy="906463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3" name="Rectangle 21"/>
          <p:cNvSpPr>
            <a:spLocks noChangeArrowheads="1"/>
          </p:cNvSpPr>
          <p:nvPr/>
        </p:nvSpPr>
        <p:spPr bwMode="auto">
          <a:xfrm>
            <a:off x="4000499" y="1613663"/>
            <a:ext cx="190500" cy="1270000"/>
          </a:xfrm>
          <a:prstGeom prst="rect">
            <a:avLst/>
          </a:prstGeom>
          <a:noFill/>
          <a:ln w="28575">
            <a:solidFill>
              <a:schemeClr val="tx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4" name="Freeform 22"/>
          <p:cNvSpPr/>
          <p:nvPr/>
        </p:nvSpPr>
        <p:spPr bwMode="auto">
          <a:xfrm>
            <a:off x="9091615" y="2067688"/>
            <a:ext cx="1512887" cy="846138"/>
          </a:xfrm>
          <a:custGeom>
            <a:avLst/>
            <a:gdLst>
              <a:gd name="T0" fmla="*/ 0 w 1440"/>
              <a:gd name="T1" fmla="*/ 44 h 728"/>
              <a:gd name="T2" fmla="*/ 9 w 1440"/>
              <a:gd name="T3" fmla="*/ 7 h 728"/>
              <a:gd name="T4" fmla="*/ 17 w 1440"/>
              <a:gd name="T5" fmla="*/ 7 h 728"/>
              <a:gd name="T6" fmla="*/ 26 w 1440"/>
              <a:gd name="T7" fmla="*/ 25 h 728"/>
              <a:gd name="T8" fmla="*/ 35 w 1440"/>
              <a:gd name="T9" fmla="*/ 44 h 72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440"/>
              <a:gd name="T16" fmla="*/ 0 h 728"/>
              <a:gd name="T17" fmla="*/ 1440 w 1440"/>
              <a:gd name="T18" fmla="*/ 728 h 72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440" h="728">
                <a:moveTo>
                  <a:pt x="0" y="728"/>
                </a:moveTo>
                <a:cubicBezTo>
                  <a:pt x="120" y="468"/>
                  <a:pt x="240" y="208"/>
                  <a:pt x="360" y="104"/>
                </a:cubicBezTo>
                <a:cubicBezTo>
                  <a:pt x="480" y="0"/>
                  <a:pt x="600" y="52"/>
                  <a:pt x="720" y="104"/>
                </a:cubicBezTo>
                <a:cubicBezTo>
                  <a:pt x="840" y="156"/>
                  <a:pt x="960" y="312"/>
                  <a:pt x="1080" y="416"/>
                </a:cubicBezTo>
                <a:cubicBezTo>
                  <a:pt x="1200" y="520"/>
                  <a:pt x="1380" y="676"/>
                  <a:pt x="1440" y="728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15" name="Line 23"/>
          <p:cNvSpPr>
            <a:spLocks noChangeShapeType="1"/>
          </p:cNvSpPr>
          <p:nvPr/>
        </p:nvSpPr>
        <p:spPr bwMode="auto">
          <a:xfrm>
            <a:off x="9217027" y="2247075"/>
            <a:ext cx="0" cy="3635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6" name="Line 24"/>
          <p:cNvSpPr>
            <a:spLocks noChangeShapeType="1"/>
          </p:cNvSpPr>
          <p:nvPr/>
        </p:nvSpPr>
        <p:spPr bwMode="auto">
          <a:xfrm>
            <a:off x="9405940" y="1707325"/>
            <a:ext cx="0" cy="542925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7" name="Line 25"/>
          <p:cNvSpPr>
            <a:spLocks noChangeShapeType="1"/>
          </p:cNvSpPr>
          <p:nvPr/>
        </p:nvSpPr>
        <p:spPr bwMode="auto">
          <a:xfrm flipV="1">
            <a:off x="9974265" y="1912113"/>
            <a:ext cx="0" cy="363538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8" name="Line 26"/>
          <p:cNvSpPr>
            <a:spLocks noChangeShapeType="1"/>
          </p:cNvSpPr>
          <p:nvPr/>
        </p:nvSpPr>
        <p:spPr bwMode="auto">
          <a:xfrm>
            <a:off x="9974265" y="1912113"/>
            <a:ext cx="188912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19" name="Line 27"/>
          <p:cNvSpPr>
            <a:spLocks noChangeShapeType="1"/>
          </p:cNvSpPr>
          <p:nvPr/>
        </p:nvSpPr>
        <p:spPr bwMode="auto">
          <a:xfrm>
            <a:off x="10163177" y="1912113"/>
            <a:ext cx="0" cy="544513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20" name="Freeform 28"/>
          <p:cNvSpPr/>
          <p:nvPr/>
        </p:nvSpPr>
        <p:spPr bwMode="auto">
          <a:xfrm>
            <a:off x="6067364" y="1815274"/>
            <a:ext cx="1639887" cy="1042988"/>
          </a:xfrm>
          <a:custGeom>
            <a:avLst/>
            <a:gdLst>
              <a:gd name="T0" fmla="*/ 0 w 1560"/>
              <a:gd name="T1" fmla="*/ 54 h 897"/>
              <a:gd name="T2" fmla="*/ 2 w 1560"/>
              <a:gd name="T3" fmla="*/ 46 h 897"/>
              <a:gd name="T4" fmla="*/ 7 w 1560"/>
              <a:gd name="T5" fmla="*/ 7 h 897"/>
              <a:gd name="T6" fmla="*/ 13 w 1560"/>
              <a:gd name="T7" fmla="*/ 4 h 897"/>
              <a:gd name="T8" fmla="*/ 17 w 1560"/>
              <a:gd name="T9" fmla="*/ 16 h 897"/>
              <a:gd name="T10" fmla="*/ 23 w 1560"/>
              <a:gd name="T11" fmla="*/ 29 h 897"/>
              <a:gd name="T12" fmla="*/ 33 w 1560"/>
              <a:gd name="T13" fmla="*/ 46 h 897"/>
              <a:gd name="T14" fmla="*/ 38 w 1560"/>
              <a:gd name="T15" fmla="*/ 51 h 897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w 1560"/>
              <a:gd name="T25" fmla="*/ 0 h 897"/>
              <a:gd name="T26" fmla="*/ 1560 w 1560"/>
              <a:gd name="T27" fmla="*/ 897 h 897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T24" t="T25" r="T26" b="T27"/>
            <a:pathLst>
              <a:path w="1560" h="897">
                <a:moveTo>
                  <a:pt x="0" y="897"/>
                </a:moveTo>
                <a:cubicBezTo>
                  <a:pt x="21" y="894"/>
                  <a:pt x="43" y="892"/>
                  <a:pt x="90" y="762"/>
                </a:cubicBezTo>
                <a:cubicBezTo>
                  <a:pt x="137" y="632"/>
                  <a:pt x="214" y="234"/>
                  <a:pt x="284" y="117"/>
                </a:cubicBezTo>
                <a:cubicBezTo>
                  <a:pt x="354" y="0"/>
                  <a:pt x="437" y="32"/>
                  <a:pt x="510" y="57"/>
                </a:cubicBezTo>
                <a:cubicBezTo>
                  <a:pt x="583" y="82"/>
                  <a:pt x="653" y="197"/>
                  <a:pt x="720" y="267"/>
                </a:cubicBezTo>
                <a:cubicBezTo>
                  <a:pt x="787" y="337"/>
                  <a:pt x="809" y="395"/>
                  <a:pt x="914" y="477"/>
                </a:cubicBezTo>
                <a:cubicBezTo>
                  <a:pt x="1019" y="559"/>
                  <a:pt x="1242" y="700"/>
                  <a:pt x="1350" y="762"/>
                </a:cubicBezTo>
                <a:cubicBezTo>
                  <a:pt x="1458" y="824"/>
                  <a:pt x="1525" y="837"/>
                  <a:pt x="1560" y="852"/>
                </a:cubicBezTo>
              </a:path>
            </a:pathLst>
          </a:custGeom>
          <a:noFill/>
          <a:ln w="28575">
            <a:solidFill>
              <a:schemeClr val="tx1"/>
            </a:solidFill>
            <a:rou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1pPr>
            <a:lvl2pPr marL="742950" indent="-28575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2pPr>
            <a:lvl3pPr marL="11430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3pPr>
            <a:lvl4pPr marL="16002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4pPr>
            <a:lvl5pPr marL="2057400" indent="-228600" eaLnBrk="0" hangingPunct="0"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  <a:defRPr sz="3000" b="1">
                <a:solidFill>
                  <a:schemeClr val="tx1"/>
                </a:solidFill>
                <a:latin typeface="Arial" panose="020B0604020202020204" pitchFamily="34" charset="0"/>
                <a:ea typeface="楷体_GB2312" pitchFamily="49" charset="-122"/>
              </a:defRPr>
            </a:lvl9pPr>
          </a:lstStyle>
          <a:p>
            <a:pPr eaLnBrk="1" hangingPunct="1"/>
            <a:endParaRPr lang="zh-CN" altLang="en-US"/>
          </a:p>
        </p:txBody>
      </p:sp>
      <p:sp>
        <p:nvSpPr>
          <p:cNvPr id="21" name="Text Box 29"/>
          <p:cNvSpPr txBox="1">
            <a:spLocks noChangeArrowheads="1"/>
          </p:cNvSpPr>
          <p:nvPr/>
        </p:nvSpPr>
        <p:spPr bwMode="auto">
          <a:xfrm>
            <a:off x="5027552" y="2685224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2" name="Text Box 30"/>
          <p:cNvSpPr txBox="1">
            <a:spLocks noChangeArrowheads="1"/>
          </p:cNvSpPr>
          <p:nvPr/>
        </p:nvSpPr>
        <p:spPr bwMode="auto">
          <a:xfrm>
            <a:off x="2273359" y="2618803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3" name="Text Box 31"/>
          <p:cNvSpPr txBox="1">
            <a:spLocks noChangeArrowheads="1"/>
          </p:cNvSpPr>
          <p:nvPr/>
        </p:nvSpPr>
        <p:spPr bwMode="auto">
          <a:xfrm>
            <a:off x="7882069" y="2839211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p:sp>
        <p:nvSpPr>
          <p:cNvPr id="24" name="Text Box 32"/>
          <p:cNvSpPr txBox="1">
            <a:spLocks noChangeArrowheads="1"/>
          </p:cNvSpPr>
          <p:nvPr/>
        </p:nvSpPr>
        <p:spPr bwMode="auto">
          <a:xfrm>
            <a:off x="10983914" y="2901289"/>
            <a:ext cx="647700" cy="346075"/>
          </a:xfrm>
          <a:prstGeom prst="rect">
            <a:avLst/>
          </a:prstGeom>
          <a:noFill/>
          <a:ln w="9525">
            <a:solidFill>
              <a:schemeClr val="bg1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>
            <a:defPPr>
              <a:defRPr lang="zh-CN"/>
            </a:defPPr>
            <a:lvl1pPr eaLnBrk="1" hangingPunct="1">
              <a:spcBef>
                <a:spcPct val="50000"/>
              </a:spcBef>
              <a:buClrTx/>
              <a:buSzTx/>
              <a:buFontTx/>
              <a:buNone/>
              <a:defRPr sz="1600">
                <a:ea typeface="宋体" panose="02010600030101010101" pitchFamily="2" charset="-122"/>
                <a:cs typeface="Arial" panose="020B0604020202020204" pitchFamily="34" charset="0"/>
              </a:defRPr>
            </a:lvl1pPr>
            <a:lvl2pPr marL="742950" indent="-285750" eaLnBrk="0" hangingPunct="0"/>
            <a:lvl3pPr marL="1143000" indent="-228600" eaLnBrk="0" hangingPunct="0"/>
            <a:lvl4pPr marL="1600200" indent="-228600" eaLnBrk="0" hangingPunct="0"/>
            <a:lvl5pPr marL="2057400" indent="-228600" eaLnBrk="0" hangingPunct="0"/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2"/>
              </a:buClr>
              <a:buSzPct val="70000"/>
              <a:buFont typeface="Wingdings" panose="05000000000000000000" pitchFamily="2" charset="2"/>
              <a:buChar char="l"/>
            </a:lvl9pPr>
          </a:lstStyle>
          <a:p>
            <a:r>
              <a:rPr lang="el-GR" altLang="zh-CN" dirty="0"/>
              <a:t>λ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Box 36"/>
              <p:cNvSpPr txBox="1">
                <a:spLocks noChangeArrowheads="1"/>
              </p:cNvSpPr>
              <p:nvPr/>
            </p:nvSpPr>
            <p:spPr bwMode="auto">
              <a:xfrm>
                <a:off x="8554917" y="1142871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28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54917" y="1142871"/>
                <a:ext cx="935037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564" t="-1462" r="-488" b="-1322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30"/>
              <p:cNvSpPr txBox="1">
                <a:spLocks noChangeArrowheads="1"/>
              </p:cNvSpPr>
              <p:nvPr/>
            </p:nvSpPr>
            <p:spPr bwMode="auto">
              <a:xfrm>
                <a:off x="-133542" y="2837658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37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133542" y="2837658"/>
                <a:ext cx="647700" cy="338554"/>
              </a:xfrm>
              <a:prstGeom prst="rect">
                <a:avLst/>
              </a:prstGeom>
              <a:blipFill rotWithShape="1">
                <a:blip r:embed="rId3"/>
                <a:stretch>
                  <a:fillRect l="-657" t="-1454" r="-716" b="-1330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 Box 30"/>
              <p:cNvSpPr txBox="1">
                <a:spLocks noChangeArrowheads="1"/>
              </p:cNvSpPr>
              <p:nvPr/>
            </p:nvSpPr>
            <p:spPr bwMode="auto">
              <a:xfrm>
                <a:off x="2539748" y="2869201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38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748" y="2869201"/>
                <a:ext cx="647700" cy="338554"/>
              </a:xfrm>
              <a:prstGeom prst="rect">
                <a:avLst/>
              </a:prstGeom>
              <a:blipFill rotWithShape="1">
                <a:blip r:embed="rId3"/>
                <a:stretch>
                  <a:fillRect l="-745" t="-1581" r="-725" b="-1391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 Box 30"/>
              <p:cNvSpPr txBox="1">
                <a:spLocks noChangeArrowheads="1"/>
              </p:cNvSpPr>
              <p:nvPr/>
            </p:nvSpPr>
            <p:spPr bwMode="auto">
              <a:xfrm>
                <a:off x="5497452" y="2913826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39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7452" y="2913826"/>
                <a:ext cx="647700" cy="338554"/>
              </a:xfrm>
              <a:prstGeom prst="rect">
                <a:avLst/>
              </a:prstGeom>
              <a:blipFill rotWithShape="1">
                <a:blip r:embed="rId3"/>
                <a:stretch>
                  <a:fillRect l="-824" t="-1445" r="-647" b="-1340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 Box 30"/>
              <p:cNvSpPr txBox="1">
                <a:spLocks noChangeArrowheads="1"/>
              </p:cNvSpPr>
              <p:nvPr/>
            </p:nvSpPr>
            <p:spPr bwMode="auto">
              <a:xfrm>
                <a:off x="8554917" y="2944241"/>
                <a:ext cx="647700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zh-CN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0" name="Text 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54917" y="2944241"/>
                <a:ext cx="647700" cy="338554"/>
              </a:xfrm>
              <a:prstGeom prst="rect">
                <a:avLst/>
              </a:prstGeom>
              <a:blipFill rotWithShape="1">
                <a:blip r:embed="rId3"/>
                <a:stretch>
                  <a:fillRect l="-815" t="-1425" r="-656" b="-1359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36"/>
              <p:cNvSpPr txBox="1">
                <a:spLocks noChangeArrowheads="1"/>
              </p:cNvSpPr>
              <p:nvPr/>
            </p:nvSpPr>
            <p:spPr bwMode="auto">
              <a:xfrm>
                <a:off x="2586830" y="913158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1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86830" y="913158"/>
                <a:ext cx="935037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526" t="-1509" r="-459" b="-1275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Box 36"/>
              <p:cNvSpPr txBox="1">
                <a:spLocks noChangeArrowheads="1"/>
              </p:cNvSpPr>
              <p:nvPr/>
            </p:nvSpPr>
            <p:spPr bwMode="auto">
              <a:xfrm>
                <a:off x="5499832" y="1063970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2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5499832" y="1063970"/>
                <a:ext cx="935037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554" t="-1415" r="-499" b="-1369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 Box 36"/>
              <p:cNvSpPr txBox="1">
                <a:spLocks noChangeArrowheads="1"/>
              </p:cNvSpPr>
              <p:nvPr/>
            </p:nvSpPr>
            <p:spPr bwMode="auto">
              <a:xfrm>
                <a:off x="-38466" y="987911"/>
                <a:ext cx="935037" cy="338554"/>
              </a:xfrm>
              <a:prstGeom prst="rect">
                <a:avLst/>
              </a:prstGeom>
              <a:noFill/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>
                    <a:solidFill>
                      <a:srgbClr val="FFFFFF"/>
                    </a:solidFill>
                  </a14:hiddenFill>
                </a:ext>
              </a:extLst>
            </p:spPr>
            <p:txBody>
              <a:bodyPr>
                <a:spAutoFit/>
              </a:bodyPr>
              <a:lstStyle>
                <a:defPPr>
                  <a:defRPr lang="zh-CN"/>
                </a:defPPr>
                <a:lvl1pPr eaLnBrk="1" hangingPunct="1">
                  <a:spcBef>
                    <a:spcPct val="50000"/>
                  </a:spcBef>
                  <a:buClrTx/>
                  <a:buSzTx/>
                  <a:buFontTx/>
                  <a:buNone/>
                  <a:defRPr sz="1600">
                    <a:ea typeface="宋体" panose="02010600030101010101" pitchFamily="2" charset="-122"/>
                    <a:cs typeface="Arial" panose="020B0604020202020204" pitchFamily="34" charset="0"/>
                  </a:defRPr>
                </a:lvl1pPr>
                <a:lvl2pPr marL="742950" indent="-285750" eaLnBrk="0" hangingPunct="0"/>
                <a:lvl3pPr marL="1143000" indent="-228600" eaLnBrk="0" hangingPunct="0"/>
                <a:lvl4pPr marL="1600200" indent="-228600" eaLnBrk="0" hangingPunct="0"/>
                <a:lvl5pPr marL="2057400" indent="-228600" eaLnBrk="0" hangingPunct="0"/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tx2"/>
                  </a:buClr>
                  <a:buSzPct val="70000"/>
                  <a:buFont typeface="Wingdings" panose="05000000000000000000" pitchFamily="2" charset="2"/>
                  <a:buChar char="l"/>
                </a:lvl9pPr>
              </a:lstStyle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zh-CN" b="0" i="0" smtClean="0">
                          <a:latin typeface="Cambria Math" panose="02040503050406030204" pitchFamily="18" charset="0"/>
                        </a:rPr>
                        <m:t>Φ</m:t>
                      </m:r>
                      <m:d>
                        <m:dPr>
                          <m:ctrlP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en-US" altLang="zh-CN" b="0" dirty="0"/>
              </a:p>
            </p:txBody>
          </p:sp>
        </mc:Choice>
        <mc:Fallback xmlns="">
          <p:sp>
            <p:nvSpPr>
              <p:cNvPr id="43" name="Text Box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-38466" y="987911"/>
                <a:ext cx="935037" cy="338554"/>
              </a:xfrm>
              <a:prstGeom prst="rect">
                <a:avLst/>
              </a:prstGeom>
              <a:blipFill rotWithShape="1">
                <a:blip r:embed="rId2"/>
                <a:stretch>
                  <a:fillRect l="-504" t="-1456" r="-481" b="-1328"/>
                </a:stretch>
              </a:blipFill>
              <a:ln w="9525">
                <a:solidFill>
                  <a:schemeClr val="bg1"/>
                </a:solidFill>
                <a:miter lim="800000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/>
          <p:cNvGrpSpPr/>
          <p:nvPr/>
        </p:nvGrpSpPr>
        <p:grpSpPr>
          <a:xfrm>
            <a:off x="868546" y="1152537"/>
            <a:ext cx="2095500" cy="2095241"/>
            <a:chOff x="868546" y="1152537"/>
            <a:chExt cx="2095500" cy="2095241"/>
          </a:xfrm>
        </p:grpSpPr>
        <p:sp>
          <p:nvSpPr>
            <p:cNvPr id="5" name="椭圆 4"/>
            <p:cNvSpPr/>
            <p:nvPr/>
          </p:nvSpPr>
          <p:spPr>
            <a:xfrm>
              <a:off x="949238" y="1232970"/>
              <a:ext cx="2014808" cy="2014808"/>
            </a:xfrm>
            <a:prstGeom prst="ellipse">
              <a:avLst/>
            </a:prstGeom>
            <a:solidFill>
              <a:srgbClr val="8FF2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9" name="任意多边形: 形状 18"/>
            <p:cNvSpPr/>
            <p:nvPr/>
          </p:nvSpPr>
          <p:spPr>
            <a:xfrm>
              <a:off x="949239" y="2239315"/>
              <a:ext cx="2014805" cy="167217"/>
            </a:xfrm>
            <a:custGeom>
              <a:avLst/>
              <a:gdLst>
                <a:gd name="connsiteX0" fmla="*/ 0 w 2014805"/>
                <a:gd name="connsiteY0" fmla="*/ 0 h 167217"/>
                <a:gd name="connsiteX1" fmla="*/ 2014805 w 2014805"/>
                <a:gd name="connsiteY1" fmla="*/ 0 h 167217"/>
                <a:gd name="connsiteX2" fmla="*/ 2014805 w 2014805"/>
                <a:gd name="connsiteY2" fmla="*/ 5 h 167217"/>
                <a:gd name="connsiteX3" fmla="*/ 1994341 w 2014805"/>
                <a:gd name="connsiteY3" fmla="*/ 33700 h 167217"/>
                <a:gd name="connsiteX4" fmla="*/ 1007404 w 2014805"/>
                <a:gd name="connsiteY4" fmla="*/ 167217 h 167217"/>
                <a:gd name="connsiteX5" fmla="*/ 0 w 2014805"/>
                <a:gd name="connsiteY5" fmla="*/ 0 h 1672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14805" h="167217">
                  <a:moveTo>
                    <a:pt x="0" y="0"/>
                  </a:moveTo>
                  <a:lnTo>
                    <a:pt x="2014805" y="0"/>
                  </a:lnTo>
                  <a:lnTo>
                    <a:pt x="2014805" y="5"/>
                  </a:lnTo>
                  <a:lnTo>
                    <a:pt x="1994341" y="33700"/>
                  </a:lnTo>
                  <a:cubicBezTo>
                    <a:pt x="1900405" y="109898"/>
                    <a:pt x="1494232" y="167217"/>
                    <a:pt x="1007404" y="167217"/>
                  </a:cubicBezTo>
                  <a:cubicBezTo>
                    <a:pt x="451030" y="167217"/>
                    <a:pt x="0" y="92351"/>
                    <a:pt x="0" y="0"/>
                  </a:cubicBez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20" name="椭圆 19"/>
            <p:cNvSpPr/>
            <p:nvPr/>
          </p:nvSpPr>
          <p:spPr>
            <a:xfrm>
              <a:off x="949237" y="2072098"/>
              <a:ext cx="2014807" cy="334434"/>
            </a:xfrm>
            <a:prstGeom prst="ellipse">
              <a:avLst/>
            </a:prstGeom>
            <a:solidFill>
              <a:srgbClr val="8FF2FF"/>
            </a:solidFill>
            <a:ln w="8890"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4" name="椭圆 3"/>
            <p:cNvSpPr/>
            <p:nvPr/>
          </p:nvSpPr>
          <p:spPr>
            <a:xfrm>
              <a:off x="1875950" y="2159682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5" name="直接箭头连接符 24"/>
            <p:cNvCxnSpPr>
              <a:stCxn id="4" idx="1"/>
            </p:cNvCxnSpPr>
            <p:nvPr/>
          </p:nvCxnSpPr>
          <p:spPr>
            <a:xfrm flipH="1" flipV="1">
              <a:off x="868546" y="1152537"/>
              <a:ext cx="1031038" cy="103077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组合 7"/>
          <p:cNvGrpSpPr/>
          <p:nvPr/>
        </p:nvGrpSpPr>
        <p:grpSpPr>
          <a:xfrm>
            <a:off x="4377837" y="1112061"/>
            <a:ext cx="2095500" cy="2095241"/>
            <a:chOff x="4377837" y="1112061"/>
            <a:chExt cx="2095500" cy="2095241"/>
          </a:xfrm>
        </p:grpSpPr>
        <p:grpSp>
          <p:nvGrpSpPr>
            <p:cNvPr id="11" name="组合 10"/>
            <p:cNvGrpSpPr/>
            <p:nvPr/>
          </p:nvGrpSpPr>
          <p:grpSpPr>
            <a:xfrm>
              <a:off x="4377837" y="1112061"/>
              <a:ext cx="2095500" cy="2095241"/>
              <a:chOff x="2832100" y="2269067"/>
              <a:chExt cx="2095500" cy="2095241"/>
            </a:xfrm>
          </p:grpSpPr>
          <p:sp>
            <p:nvSpPr>
              <p:cNvPr id="12" name="椭圆 11"/>
              <p:cNvSpPr/>
              <p:nvPr/>
            </p:nvSpPr>
            <p:spPr>
              <a:xfrm>
                <a:off x="2912792" y="2349500"/>
                <a:ext cx="2014808" cy="2014808"/>
              </a:xfrm>
              <a:prstGeom prst="ellipse">
                <a:avLst/>
              </a:prstGeom>
              <a:solidFill>
                <a:srgbClr val="8FF2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3" name="任意多边形: 形状 12"/>
              <p:cNvSpPr/>
              <p:nvPr/>
            </p:nvSpPr>
            <p:spPr>
              <a:xfrm>
                <a:off x="2912793" y="3355845"/>
                <a:ext cx="2014805" cy="167217"/>
              </a:xfrm>
              <a:custGeom>
                <a:avLst/>
                <a:gdLst>
                  <a:gd name="connsiteX0" fmla="*/ 0 w 2014805"/>
                  <a:gd name="connsiteY0" fmla="*/ 0 h 167217"/>
                  <a:gd name="connsiteX1" fmla="*/ 2014805 w 2014805"/>
                  <a:gd name="connsiteY1" fmla="*/ 0 h 167217"/>
                  <a:gd name="connsiteX2" fmla="*/ 2014805 w 2014805"/>
                  <a:gd name="connsiteY2" fmla="*/ 5 h 167217"/>
                  <a:gd name="connsiteX3" fmla="*/ 1994341 w 2014805"/>
                  <a:gd name="connsiteY3" fmla="*/ 33700 h 167217"/>
                  <a:gd name="connsiteX4" fmla="*/ 1007404 w 2014805"/>
                  <a:gd name="connsiteY4" fmla="*/ 167217 h 167217"/>
                  <a:gd name="connsiteX5" fmla="*/ 0 w 2014805"/>
                  <a:gd name="connsiteY5" fmla="*/ 0 h 167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4805" h="167217">
                    <a:moveTo>
                      <a:pt x="0" y="0"/>
                    </a:moveTo>
                    <a:lnTo>
                      <a:pt x="2014805" y="0"/>
                    </a:lnTo>
                    <a:lnTo>
                      <a:pt x="2014805" y="5"/>
                    </a:lnTo>
                    <a:lnTo>
                      <a:pt x="1994341" y="33700"/>
                    </a:lnTo>
                    <a:cubicBezTo>
                      <a:pt x="1900405" y="109898"/>
                      <a:pt x="1494232" y="167217"/>
                      <a:pt x="1007404" y="167217"/>
                    </a:cubicBezTo>
                    <a:cubicBezTo>
                      <a:pt x="451030" y="167217"/>
                      <a:pt x="0" y="92351"/>
                      <a:pt x="0" y="0"/>
                    </a:cubicBez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14" name="椭圆 13"/>
              <p:cNvSpPr/>
              <p:nvPr/>
            </p:nvSpPr>
            <p:spPr>
              <a:xfrm>
                <a:off x="2912791" y="3188628"/>
                <a:ext cx="2014807" cy="334434"/>
              </a:xfrm>
              <a:prstGeom prst="ellipse">
                <a:avLst/>
              </a:prstGeom>
              <a:solidFill>
                <a:srgbClr val="8FF2FF"/>
              </a:solidFill>
              <a:ln w="889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3839504" y="3276212"/>
                <a:ext cx="161383" cy="161383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16" name="直接箭头连接符 15"/>
              <p:cNvCxnSpPr>
                <a:stCxn id="15" idx="1"/>
              </p:cNvCxnSpPr>
              <p:nvPr/>
            </p:nvCxnSpPr>
            <p:spPr>
              <a:xfrm flipH="1" flipV="1">
                <a:off x="2832100" y="2269067"/>
                <a:ext cx="1031038" cy="103077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任意多边形: 形状 16"/>
            <p:cNvSpPr/>
            <p:nvPr/>
          </p:nvSpPr>
          <p:spPr>
            <a:xfrm>
              <a:off x="4909635" y="1658019"/>
              <a:ext cx="1065324" cy="1081639"/>
            </a:xfrm>
            <a:custGeom>
              <a:avLst/>
              <a:gdLst>
                <a:gd name="connsiteX0" fmla="*/ 673741 w 1065324"/>
                <a:gd name="connsiteY0" fmla="*/ 16956 h 1081639"/>
                <a:gd name="connsiteX1" fmla="*/ 601774 w 1065324"/>
                <a:gd name="connsiteY1" fmla="*/ 4256 h 1081639"/>
                <a:gd name="connsiteX2" fmla="*/ 417624 w 1065324"/>
                <a:gd name="connsiteY2" fmla="*/ 2139 h 1081639"/>
                <a:gd name="connsiteX3" fmla="*/ 364708 w 1065324"/>
                <a:gd name="connsiteY3" fmla="*/ 8489 h 1081639"/>
                <a:gd name="connsiteX4" fmla="*/ 277924 w 1065324"/>
                <a:gd name="connsiteY4" fmla="*/ 16956 h 1081639"/>
                <a:gd name="connsiteX5" fmla="*/ 227124 w 1065324"/>
                <a:gd name="connsiteY5" fmla="*/ 36006 h 1081639"/>
                <a:gd name="connsiteX6" fmla="*/ 172091 w 1065324"/>
                <a:gd name="connsiteY6" fmla="*/ 173589 h 1081639"/>
                <a:gd name="connsiteX7" fmla="*/ 165741 w 1065324"/>
                <a:gd name="connsiteY7" fmla="*/ 243439 h 1081639"/>
                <a:gd name="connsiteX8" fmla="*/ 121291 w 1065324"/>
                <a:gd name="connsiteY8" fmla="*/ 353506 h 1081639"/>
                <a:gd name="connsiteX9" fmla="*/ 68374 w 1065324"/>
                <a:gd name="connsiteY9" fmla="*/ 389489 h 1081639"/>
                <a:gd name="connsiteX10" fmla="*/ 17574 w 1065324"/>
                <a:gd name="connsiteY10" fmla="*/ 427589 h 1081639"/>
                <a:gd name="connsiteX11" fmla="*/ 641 w 1065324"/>
                <a:gd name="connsiteY11" fmla="*/ 476272 h 1081639"/>
                <a:gd name="connsiteX12" fmla="*/ 17574 w 1065324"/>
                <a:gd name="connsiteY12" fmla="*/ 594806 h 1081639"/>
                <a:gd name="connsiteX13" fmla="*/ 66258 w 1065324"/>
                <a:gd name="connsiteY13" fmla="*/ 768372 h 1081639"/>
                <a:gd name="connsiteX14" fmla="*/ 140341 w 1065324"/>
                <a:gd name="connsiteY14" fmla="*/ 891139 h 1081639"/>
                <a:gd name="connsiteX15" fmla="*/ 203841 w 1065324"/>
                <a:gd name="connsiteY15" fmla="*/ 980039 h 1081639"/>
                <a:gd name="connsiteX16" fmla="*/ 318141 w 1065324"/>
                <a:gd name="connsiteY16" fmla="*/ 1024489 h 1081639"/>
                <a:gd name="connsiteX17" fmla="*/ 644108 w 1065324"/>
                <a:gd name="connsiteY17" fmla="*/ 1081639 h 1081639"/>
                <a:gd name="connsiteX18" fmla="*/ 735124 w 1065324"/>
                <a:gd name="connsiteY18" fmla="*/ 1077406 h 1081639"/>
                <a:gd name="connsiteX19" fmla="*/ 764758 w 1065324"/>
                <a:gd name="connsiteY19" fmla="*/ 1075289 h 1081639"/>
                <a:gd name="connsiteX20" fmla="*/ 809208 w 1065324"/>
                <a:gd name="connsiteY20" fmla="*/ 1045656 h 1081639"/>
                <a:gd name="connsiteX21" fmla="*/ 948908 w 1065324"/>
                <a:gd name="connsiteY21" fmla="*/ 984272 h 1081639"/>
                <a:gd name="connsiteX22" fmla="*/ 980658 w 1065324"/>
                <a:gd name="connsiteY22" fmla="*/ 965222 h 1081639"/>
                <a:gd name="connsiteX23" fmla="*/ 1031458 w 1065324"/>
                <a:gd name="connsiteY23" fmla="*/ 918656 h 1081639"/>
                <a:gd name="connsiteX24" fmla="*/ 1054741 w 1065324"/>
                <a:gd name="connsiteY24" fmla="*/ 863622 h 1081639"/>
                <a:gd name="connsiteX25" fmla="*/ 1065324 w 1065324"/>
                <a:gd name="connsiteY25" fmla="*/ 683706 h 1081639"/>
                <a:gd name="connsiteX26" fmla="*/ 1046274 w 1065324"/>
                <a:gd name="connsiteY26" fmla="*/ 484739 h 1081639"/>
                <a:gd name="connsiteX27" fmla="*/ 1018758 w 1065324"/>
                <a:gd name="connsiteY27" fmla="*/ 419122 h 1081639"/>
                <a:gd name="connsiteX28" fmla="*/ 1006058 w 1065324"/>
                <a:gd name="connsiteY28" fmla="*/ 372556 h 1081639"/>
                <a:gd name="connsiteX29" fmla="*/ 991241 w 1065324"/>
                <a:gd name="connsiteY29" fmla="*/ 311172 h 1081639"/>
                <a:gd name="connsiteX30" fmla="*/ 936208 w 1065324"/>
                <a:gd name="connsiteY30" fmla="*/ 215922 h 1081639"/>
                <a:gd name="connsiteX31" fmla="*/ 840958 w 1065324"/>
                <a:gd name="connsiteY31" fmla="*/ 150306 h 1081639"/>
                <a:gd name="connsiteX32" fmla="*/ 788041 w 1065324"/>
                <a:gd name="connsiteY32" fmla="*/ 135489 h 1081639"/>
                <a:gd name="connsiteX33" fmla="*/ 760524 w 1065324"/>
                <a:gd name="connsiteY33" fmla="*/ 124906 h 1081639"/>
                <a:gd name="connsiteX34" fmla="*/ 690674 w 1065324"/>
                <a:gd name="connsiteY34" fmla="*/ 80456 h 1081639"/>
                <a:gd name="connsiteX35" fmla="*/ 677974 w 1065324"/>
                <a:gd name="connsiteY35" fmla="*/ 59289 h 1081639"/>
                <a:gd name="connsiteX36" fmla="*/ 667391 w 1065324"/>
                <a:gd name="connsiteY36" fmla="*/ 25422 h 1081639"/>
                <a:gd name="connsiteX37" fmla="*/ 673741 w 1065324"/>
                <a:gd name="connsiteY37" fmla="*/ 16956 h 1081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1065324" h="1081639">
                  <a:moveTo>
                    <a:pt x="673741" y="16956"/>
                  </a:moveTo>
                  <a:cubicBezTo>
                    <a:pt x="662805" y="13428"/>
                    <a:pt x="625976" y="7022"/>
                    <a:pt x="601774" y="4256"/>
                  </a:cubicBezTo>
                  <a:cubicBezTo>
                    <a:pt x="538819" y="-2939"/>
                    <a:pt x="481431" y="888"/>
                    <a:pt x="417624" y="2139"/>
                  </a:cubicBezTo>
                  <a:lnTo>
                    <a:pt x="364708" y="8489"/>
                  </a:lnTo>
                  <a:cubicBezTo>
                    <a:pt x="335805" y="11555"/>
                    <a:pt x="306425" y="11256"/>
                    <a:pt x="277924" y="16956"/>
                  </a:cubicBezTo>
                  <a:cubicBezTo>
                    <a:pt x="260190" y="20503"/>
                    <a:pt x="244057" y="29656"/>
                    <a:pt x="227124" y="36006"/>
                  </a:cubicBezTo>
                  <a:cubicBezTo>
                    <a:pt x="194252" y="94165"/>
                    <a:pt x="188632" y="96053"/>
                    <a:pt x="172091" y="173589"/>
                  </a:cubicBezTo>
                  <a:cubicBezTo>
                    <a:pt x="167213" y="196454"/>
                    <a:pt x="169762" y="220408"/>
                    <a:pt x="165741" y="243439"/>
                  </a:cubicBezTo>
                  <a:cubicBezTo>
                    <a:pt x="159893" y="276931"/>
                    <a:pt x="147005" y="327115"/>
                    <a:pt x="121291" y="353506"/>
                  </a:cubicBezTo>
                  <a:cubicBezTo>
                    <a:pt x="106405" y="368784"/>
                    <a:pt x="85732" y="377091"/>
                    <a:pt x="68374" y="389489"/>
                  </a:cubicBezTo>
                  <a:cubicBezTo>
                    <a:pt x="51150" y="401792"/>
                    <a:pt x="34507" y="414889"/>
                    <a:pt x="17574" y="427589"/>
                  </a:cubicBezTo>
                  <a:cubicBezTo>
                    <a:pt x="11930" y="443817"/>
                    <a:pt x="2648" y="459208"/>
                    <a:pt x="641" y="476272"/>
                  </a:cubicBezTo>
                  <a:cubicBezTo>
                    <a:pt x="-3083" y="507930"/>
                    <a:pt x="10310" y="564895"/>
                    <a:pt x="17574" y="594806"/>
                  </a:cubicBezTo>
                  <a:cubicBezTo>
                    <a:pt x="24093" y="621648"/>
                    <a:pt x="55362" y="741473"/>
                    <a:pt x="66258" y="768372"/>
                  </a:cubicBezTo>
                  <a:cubicBezTo>
                    <a:pt x="97758" y="846138"/>
                    <a:pt x="99717" y="837686"/>
                    <a:pt x="140341" y="891139"/>
                  </a:cubicBezTo>
                  <a:cubicBezTo>
                    <a:pt x="163496" y="921606"/>
                    <a:pt x="166045" y="959278"/>
                    <a:pt x="203841" y="980039"/>
                  </a:cubicBezTo>
                  <a:cubicBezTo>
                    <a:pt x="239671" y="999720"/>
                    <a:pt x="278637" y="1013972"/>
                    <a:pt x="318141" y="1024489"/>
                  </a:cubicBezTo>
                  <a:cubicBezTo>
                    <a:pt x="446581" y="1058684"/>
                    <a:pt x="523006" y="1065940"/>
                    <a:pt x="644108" y="1081639"/>
                  </a:cubicBezTo>
                  <a:lnTo>
                    <a:pt x="735124" y="1077406"/>
                  </a:lnTo>
                  <a:cubicBezTo>
                    <a:pt x="745013" y="1076886"/>
                    <a:pt x="755656" y="1079190"/>
                    <a:pt x="764758" y="1075289"/>
                  </a:cubicBezTo>
                  <a:cubicBezTo>
                    <a:pt x="781126" y="1068274"/>
                    <a:pt x="793244" y="1053546"/>
                    <a:pt x="809208" y="1045656"/>
                  </a:cubicBezTo>
                  <a:cubicBezTo>
                    <a:pt x="854806" y="1023119"/>
                    <a:pt x="902860" y="1005875"/>
                    <a:pt x="948908" y="984272"/>
                  </a:cubicBezTo>
                  <a:cubicBezTo>
                    <a:pt x="960082" y="979030"/>
                    <a:pt x="970916" y="972799"/>
                    <a:pt x="980658" y="965222"/>
                  </a:cubicBezTo>
                  <a:cubicBezTo>
                    <a:pt x="1000662" y="949664"/>
                    <a:pt x="1014974" y="935140"/>
                    <a:pt x="1031458" y="918656"/>
                  </a:cubicBezTo>
                  <a:cubicBezTo>
                    <a:pt x="1039219" y="900311"/>
                    <a:pt x="1050510" y="883086"/>
                    <a:pt x="1054741" y="863622"/>
                  </a:cubicBezTo>
                  <a:cubicBezTo>
                    <a:pt x="1064111" y="820522"/>
                    <a:pt x="1064276" y="727741"/>
                    <a:pt x="1065324" y="683706"/>
                  </a:cubicBezTo>
                  <a:cubicBezTo>
                    <a:pt x="1061775" y="593187"/>
                    <a:pt x="1065266" y="570203"/>
                    <a:pt x="1046274" y="484739"/>
                  </a:cubicBezTo>
                  <a:cubicBezTo>
                    <a:pt x="1027598" y="400695"/>
                    <a:pt x="1039173" y="475262"/>
                    <a:pt x="1018758" y="419122"/>
                  </a:cubicBezTo>
                  <a:cubicBezTo>
                    <a:pt x="1013260" y="404002"/>
                    <a:pt x="1010032" y="388146"/>
                    <a:pt x="1006058" y="372556"/>
                  </a:cubicBezTo>
                  <a:cubicBezTo>
                    <a:pt x="1000859" y="352159"/>
                    <a:pt x="998856" y="330795"/>
                    <a:pt x="991241" y="311172"/>
                  </a:cubicBezTo>
                  <a:cubicBezTo>
                    <a:pt x="977721" y="276332"/>
                    <a:pt x="965271" y="239856"/>
                    <a:pt x="936208" y="215922"/>
                  </a:cubicBezTo>
                  <a:cubicBezTo>
                    <a:pt x="905214" y="190397"/>
                    <a:pt x="877506" y="166430"/>
                    <a:pt x="840958" y="150306"/>
                  </a:cubicBezTo>
                  <a:cubicBezTo>
                    <a:pt x="799400" y="131972"/>
                    <a:pt x="819452" y="145483"/>
                    <a:pt x="788041" y="135489"/>
                  </a:cubicBezTo>
                  <a:cubicBezTo>
                    <a:pt x="778676" y="132509"/>
                    <a:pt x="769260" y="129406"/>
                    <a:pt x="760524" y="124906"/>
                  </a:cubicBezTo>
                  <a:cubicBezTo>
                    <a:pt x="733485" y="110977"/>
                    <a:pt x="714868" y="97205"/>
                    <a:pt x="690674" y="80456"/>
                  </a:cubicBezTo>
                  <a:cubicBezTo>
                    <a:pt x="686441" y="73400"/>
                    <a:pt x="681511" y="66718"/>
                    <a:pt x="677974" y="59289"/>
                  </a:cubicBezTo>
                  <a:cubicBezTo>
                    <a:pt x="674164" y="51288"/>
                    <a:pt x="668563" y="35973"/>
                    <a:pt x="667391" y="25422"/>
                  </a:cubicBezTo>
                  <a:cubicBezTo>
                    <a:pt x="667079" y="22617"/>
                    <a:pt x="684677" y="20484"/>
                    <a:pt x="673741" y="16956"/>
                  </a:cubicBez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61" name="组合 60"/>
          <p:cNvGrpSpPr/>
          <p:nvPr/>
        </p:nvGrpSpPr>
        <p:grpSpPr>
          <a:xfrm>
            <a:off x="7747182" y="2119206"/>
            <a:ext cx="3129763" cy="2221019"/>
            <a:chOff x="7747182" y="2119206"/>
            <a:chExt cx="3129763" cy="2221019"/>
          </a:xfrm>
        </p:grpSpPr>
        <p:grpSp>
          <p:nvGrpSpPr>
            <p:cNvPr id="45" name="组合 44"/>
            <p:cNvGrpSpPr/>
            <p:nvPr/>
          </p:nvGrpSpPr>
          <p:grpSpPr>
            <a:xfrm>
              <a:off x="7747182" y="2119206"/>
              <a:ext cx="3129763" cy="2221019"/>
              <a:chOff x="7747182" y="2119206"/>
              <a:chExt cx="3129763" cy="2221019"/>
            </a:xfrm>
          </p:grpSpPr>
          <p:sp>
            <p:nvSpPr>
              <p:cNvPr id="2" name="椭圆 1"/>
              <p:cNvSpPr/>
              <p:nvPr/>
            </p:nvSpPr>
            <p:spPr>
              <a:xfrm>
                <a:off x="7747182" y="3247778"/>
                <a:ext cx="3129763" cy="443209"/>
              </a:xfrm>
              <a:prstGeom prst="ellipse">
                <a:avLst/>
              </a:prstGeom>
              <a:solidFill>
                <a:srgbClr val="8FF2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cxnSp>
            <p:nvCxnSpPr>
              <p:cNvPr id="21" name="直接连接符 20"/>
              <p:cNvCxnSpPr/>
              <p:nvPr/>
            </p:nvCxnSpPr>
            <p:spPr>
              <a:xfrm flipV="1">
                <a:off x="9312064" y="2119206"/>
                <a:ext cx="0" cy="222101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直接箭头连接符 27"/>
              <p:cNvCxnSpPr/>
              <p:nvPr/>
            </p:nvCxnSpPr>
            <p:spPr>
              <a:xfrm>
                <a:off x="8392036" y="2658533"/>
                <a:ext cx="920027" cy="81084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接箭头连接符 33"/>
              <p:cNvCxnSpPr/>
              <p:nvPr/>
            </p:nvCxnSpPr>
            <p:spPr>
              <a:xfrm>
                <a:off x="8392036" y="2658533"/>
                <a:ext cx="920027" cy="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直接箭头连接符 35"/>
              <p:cNvCxnSpPr/>
              <p:nvPr/>
            </p:nvCxnSpPr>
            <p:spPr>
              <a:xfrm>
                <a:off x="8392036" y="2658533"/>
                <a:ext cx="0" cy="81084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直接连接符 39"/>
              <p:cNvCxnSpPr/>
              <p:nvPr/>
            </p:nvCxnSpPr>
            <p:spPr>
              <a:xfrm flipH="1">
                <a:off x="8377238" y="3469382"/>
                <a:ext cx="919162" cy="0"/>
              </a:xfrm>
              <a:prstGeom prst="line">
                <a:avLst/>
              </a:prstGeom>
              <a:ln w="25400">
                <a:solidFill>
                  <a:schemeClr val="tx1"/>
                </a:solidFill>
                <a:prstDash val="sys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弧形 41"/>
              <p:cNvSpPr/>
              <p:nvPr/>
            </p:nvSpPr>
            <p:spPr>
              <a:xfrm rot="6611840">
                <a:off x="9110087" y="3231698"/>
                <a:ext cx="402222" cy="402222"/>
              </a:xfrm>
              <a:prstGeom prst="arc">
                <a:avLst>
                  <a:gd name="adj1" fmla="val 6070113"/>
                  <a:gd name="adj2" fmla="val 9764235"/>
                </a:avLst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cxnSp>
          <p:nvCxnSpPr>
            <p:cNvPr id="47" name="直接箭头连接符 46"/>
            <p:cNvCxnSpPr/>
            <p:nvPr/>
          </p:nvCxnSpPr>
          <p:spPr>
            <a:xfrm flipH="1">
              <a:off x="9311198" y="2658532"/>
              <a:ext cx="920027" cy="810849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文本框 47"/>
                <p:cNvSpPr txBox="1"/>
                <p:nvPr/>
              </p:nvSpPr>
              <p:spPr>
                <a:xfrm>
                  <a:off x="8907481" y="2878443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48" name="文本框 4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7481" y="2878443"/>
                  <a:ext cx="502157" cy="36933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弧形 49"/>
            <p:cNvSpPr/>
            <p:nvPr/>
          </p:nvSpPr>
          <p:spPr>
            <a:xfrm rot="6611840">
              <a:off x="9114954" y="3231697"/>
              <a:ext cx="402222" cy="402222"/>
            </a:xfrm>
            <a:prstGeom prst="arc">
              <a:avLst>
                <a:gd name="adj1" fmla="val 9555464"/>
                <a:gd name="adj2" fmla="val 13068313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2" name="直接箭头连接符 51"/>
            <p:cNvCxnSpPr/>
            <p:nvPr/>
          </p:nvCxnSpPr>
          <p:spPr>
            <a:xfrm>
              <a:off x="9310332" y="3469381"/>
              <a:ext cx="436856" cy="844015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弧形 57"/>
            <p:cNvSpPr/>
            <p:nvPr/>
          </p:nvSpPr>
          <p:spPr>
            <a:xfrm rot="6611840">
              <a:off x="9118160" y="3231694"/>
              <a:ext cx="402222" cy="402222"/>
            </a:xfrm>
            <a:prstGeom prst="arc">
              <a:avLst>
                <a:gd name="adj1" fmla="val 19204319"/>
                <a:gd name="adj2" fmla="val 20475067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文本框 58"/>
                <p:cNvSpPr txBox="1"/>
                <p:nvPr/>
              </p:nvSpPr>
              <p:spPr>
                <a:xfrm>
                  <a:off x="9237498" y="2891858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文本框 5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237498" y="2891858"/>
                  <a:ext cx="502157" cy="369332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文本框 59"/>
                <p:cNvSpPr txBox="1"/>
                <p:nvPr/>
              </p:nvSpPr>
              <p:spPr>
                <a:xfrm>
                  <a:off x="9190056" y="3744780"/>
                  <a:ext cx="502157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θ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60" name="文本框 5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0056" y="3744780"/>
                  <a:ext cx="502157" cy="369332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7" name="组合 26"/>
          <p:cNvGrpSpPr/>
          <p:nvPr/>
        </p:nvGrpSpPr>
        <p:grpSpPr>
          <a:xfrm>
            <a:off x="1473046" y="3881967"/>
            <a:ext cx="2647437" cy="1743063"/>
            <a:chOff x="1473046" y="3881967"/>
            <a:chExt cx="2647437" cy="1743063"/>
          </a:xfrm>
        </p:grpSpPr>
        <p:grpSp>
          <p:nvGrpSpPr>
            <p:cNvPr id="9" name="组合 8"/>
            <p:cNvGrpSpPr/>
            <p:nvPr/>
          </p:nvGrpSpPr>
          <p:grpSpPr>
            <a:xfrm>
              <a:off x="1473046" y="3881967"/>
              <a:ext cx="2647437" cy="1743063"/>
              <a:chOff x="1473046" y="3881967"/>
              <a:chExt cx="2647437" cy="1743063"/>
            </a:xfrm>
          </p:grpSpPr>
          <p:sp>
            <p:nvSpPr>
              <p:cNvPr id="18" name="椭圆 17"/>
              <p:cNvSpPr/>
              <p:nvPr/>
            </p:nvSpPr>
            <p:spPr>
              <a:xfrm>
                <a:off x="1473046" y="5463647"/>
                <a:ext cx="161383" cy="161383"/>
              </a:xfrm>
              <a:prstGeom prst="ellipse">
                <a:avLst/>
              </a:prstGeom>
              <a:solidFill>
                <a:schemeClr val="tx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cxnSp>
            <p:nvCxnSpPr>
              <p:cNvPr id="23" name="直接箭头连接符 22"/>
              <p:cNvCxnSpPr>
                <a:stCxn id="18" idx="0"/>
              </p:cNvCxnSpPr>
              <p:nvPr/>
            </p:nvCxnSpPr>
            <p:spPr>
              <a:xfrm flipV="1">
                <a:off x="1553738" y="3881967"/>
                <a:ext cx="1506962" cy="158168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39" name="组合 38"/>
              <p:cNvGrpSpPr/>
              <p:nvPr/>
            </p:nvGrpSpPr>
            <p:grpSpPr>
              <a:xfrm>
                <a:off x="2287567" y="3929446"/>
                <a:ext cx="1546266" cy="1626709"/>
                <a:chOff x="4584700" y="4139091"/>
                <a:chExt cx="1546266" cy="1626709"/>
              </a:xfrm>
            </p:grpSpPr>
            <p:sp>
              <p:nvSpPr>
                <p:cNvPr id="38" name="任意多边形: 形状 37"/>
                <p:cNvSpPr/>
                <p:nvPr/>
              </p:nvSpPr>
              <p:spPr>
                <a:xfrm>
                  <a:off x="4584700" y="4139091"/>
                  <a:ext cx="1546266" cy="1626709"/>
                </a:xfrm>
                <a:custGeom>
                  <a:avLst/>
                  <a:gdLst>
                    <a:gd name="connsiteX0" fmla="*/ 965200 w 1546266"/>
                    <a:gd name="connsiteY0" fmla="*/ 26509 h 1626709"/>
                    <a:gd name="connsiteX1" fmla="*/ 800100 w 1546266"/>
                    <a:gd name="connsiteY1" fmla="*/ 56142 h 1626709"/>
                    <a:gd name="connsiteX2" fmla="*/ 592667 w 1546266"/>
                    <a:gd name="connsiteY2" fmla="*/ 200076 h 1626709"/>
                    <a:gd name="connsiteX3" fmla="*/ 512233 w 1546266"/>
                    <a:gd name="connsiteY3" fmla="*/ 250876 h 1626709"/>
                    <a:gd name="connsiteX4" fmla="*/ 342900 w 1546266"/>
                    <a:gd name="connsiteY4" fmla="*/ 449842 h 1626709"/>
                    <a:gd name="connsiteX5" fmla="*/ 292100 w 1546266"/>
                    <a:gd name="connsiteY5" fmla="*/ 593776 h 1626709"/>
                    <a:gd name="connsiteX6" fmla="*/ 266700 w 1546266"/>
                    <a:gd name="connsiteY6" fmla="*/ 767342 h 1626709"/>
                    <a:gd name="connsiteX7" fmla="*/ 211667 w 1546266"/>
                    <a:gd name="connsiteY7" fmla="*/ 805442 h 1626709"/>
                    <a:gd name="connsiteX8" fmla="*/ 165100 w 1546266"/>
                    <a:gd name="connsiteY8" fmla="*/ 847776 h 1626709"/>
                    <a:gd name="connsiteX9" fmla="*/ 97367 w 1546266"/>
                    <a:gd name="connsiteY9" fmla="*/ 894342 h 1626709"/>
                    <a:gd name="connsiteX10" fmla="*/ 50800 w 1546266"/>
                    <a:gd name="connsiteY10" fmla="*/ 962076 h 1626709"/>
                    <a:gd name="connsiteX11" fmla="*/ 0 w 1546266"/>
                    <a:gd name="connsiteY11" fmla="*/ 1161042 h 1626709"/>
                    <a:gd name="connsiteX12" fmla="*/ 12700 w 1546266"/>
                    <a:gd name="connsiteY12" fmla="*/ 1360009 h 1626709"/>
                    <a:gd name="connsiteX13" fmla="*/ 46567 w 1546266"/>
                    <a:gd name="connsiteY13" fmla="*/ 1448909 h 1626709"/>
                    <a:gd name="connsiteX14" fmla="*/ 215900 w 1546266"/>
                    <a:gd name="connsiteY14" fmla="*/ 1550509 h 1626709"/>
                    <a:gd name="connsiteX15" fmla="*/ 520700 w 1546266"/>
                    <a:gd name="connsiteY15" fmla="*/ 1626709 h 1626709"/>
                    <a:gd name="connsiteX16" fmla="*/ 609600 w 1546266"/>
                    <a:gd name="connsiteY16" fmla="*/ 1622476 h 1626709"/>
                    <a:gd name="connsiteX17" fmla="*/ 698500 w 1546266"/>
                    <a:gd name="connsiteY17" fmla="*/ 1605542 h 1626709"/>
                    <a:gd name="connsiteX18" fmla="*/ 952500 w 1546266"/>
                    <a:gd name="connsiteY18" fmla="*/ 1597076 h 1626709"/>
                    <a:gd name="connsiteX19" fmla="*/ 1083733 w 1546266"/>
                    <a:gd name="connsiteY19" fmla="*/ 1575909 h 1626709"/>
                    <a:gd name="connsiteX20" fmla="*/ 1371600 w 1546266"/>
                    <a:gd name="connsiteY20" fmla="*/ 1288042 h 1626709"/>
                    <a:gd name="connsiteX21" fmla="*/ 1519767 w 1546266"/>
                    <a:gd name="connsiteY21" fmla="*/ 1072142 h 1626709"/>
                    <a:gd name="connsiteX22" fmla="*/ 1540933 w 1546266"/>
                    <a:gd name="connsiteY22" fmla="*/ 970542 h 1626709"/>
                    <a:gd name="connsiteX23" fmla="*/ 1540933 w 1546266"/>
                    <a:gd name="connsiteY23" fmla="*/ 830842 h 1626709"/>
                    <a:gd name="connsiteX24" fmla="*/ 1524000 w 1546266"/>
                    <a:gd name="connsiteY24" fmla="*/ 644576 h 1626709"/>
                    <a:gd name="connsiteX25" fmla="*/ 1498600 w 1546266"/>
                    <a:gd name="connsiteY25" fmla="*/ 305909 h 1626709"/>
                    <a:gd name="connsiteX26" fmla="*/ 1447800 w 1546266"/>
                    <a:gd name="connsiteY26" fmla="*/ 200076 h 1626709"/>
                    <a:gd name="connsiteX27" fmla="*/ 1401233 w 1546266"/>
                    <a:gd name="connsiteY27" fmla="*/ 149276 h 1626709"/>
                    <a:gd name="connsiteX28" fmla="*/ 1244600 w 1546266"/>
                    <a:gd name="connsiteY28" fmla="*/ 51909 h 1626709"/>
                    <a:gd name="connsiteX29" fmla="*/ 1206500 w 1546266"/>
                    <a:gd name="connsiteY29" fmla="*/ 43442 h 1626709"/>
                    <a:gd name="connsiteX30" fmla="*/ 1172633 w 1546266"/>
                    <a:gd name="connsiteY30" fmla="*/ 34976 h 1626709"/>
                    <a:gd name="connsiteX31" fmla="*/ 1100667 w 1546266"/>
                    <a:gd name="connsiteY31" fmla="*/ 22276 h 1626709"/>
                    <a:gd name="connsiteX32" fmla="*/ 1020233 w 1546266"/>
                    <a:gd name="connsiteY32" fmla="*/ 9576 h 1626709"/>
                    <a:gd name="connsiteX33" fmla="*/ 994833 w 1546266"/>
                    <a:gd name="connsiteY33" fmla="*/ 1109 h 1626709"/>
                    <a:gd name="connsiteX34" fmla="*/ 965200 w 1546266"/>
                    <a:gd name="connsiteY34" fmla="*/ 26509 h 162670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</a:cxnLst>
                  <a:rect l="l" t="t" r="r" b="b"/>
                  <a:pathLst>
                    <a:path w="1546266" h="1626709">
                      <a:moveTo>
                        <a:pt x="965200" y="26509"/>
                      </a:moveTo>
                      <a:cubicBezTo>
                        <a:pt x="932744" y="35681"/>
                        <a:pt x="841573" y="37291"/>
                        <a:pt x="800100" y="56142"/>
                      </a:cubicBezTo>
                      <a:cubicBezTo>
                        <a:pt x="733066" y="86612"/>
                        <a:pt x="645988" y="166400"/>
                        <a:pt x="592667" y="200076"/>
                      </a:cubicBezTo>
                      <a:cubicBezTo>
                        <a:pt x="565856" y="217009"/>
                        <a:pt x="536936" y="230993"/>
                        <a:pt x="512233" y="250876"/>
                      </a:cubicBezTo>
                      <a:cubicBezTo>
                        <a:pt x="436477" y="311851"/>
                        <a:pt x="391900" y="365561"/>
                        <a:pt x="342900" y="449842"/>
                      </a:cubicBezTo>
                      <a:cubicBezTo>
                        <a:pt x="320261" y="488780"/>
                        <a:pt x="304669" y="551040"/>
                        <a:pt x="292100" y="593776"/>
                      </a:cubicBezTo>
                      <a:cubicBezTo>
                        <a:pt x="291347" y="604323"/>
                        <a:pt x="290882" y="736047"/>
                        <a:pt x="266700" y="767342"/>
                      </a:cubicBezTo>
                      <a:cubicBezTo>
                        <a:pt x="253058" y="784997"/>
                        <a:pt x="229160" y="791593"/>
                        <a:pt x="211667" y="805442"/>
                      </a:cubicBezTo>
                      <a:cubicBezTo>
                        <a:pt x="195219" y="818463"/>
                        <a:pt x="181146" y="834263"/>
                        <a:pt x="165100" y="847776"/>
                      </a:cubicBezTo>
                      <a:cubicBezTo>
                        <a:pt x="139470" y="869359"/>
                        <a:pt x="125382" y="876833"/>
                        <a:pt x="97367" y="894342"/>
                      </a:cubicBezTo>
                      <a:cubicBezTo>
                        <a:pt x="81845" y="916920"/>
                        <a:pt x="62812" y="937451"/>
                        <a:pt x="50800" y="962076"/>
                      </a:cubicBezTo>
                      <a:cubicBezTo>
                        <a:pt x="8797" y="1048181"/>
                        <a:pt x="12159" y="1071879"/>
                        <a:pt x="0" y="1161042"/>
                      </a:cubicBezTo>
                      <a:cubicBezTo>
                        <a:pt x="4233" y="1227364"/>
                        <a:pt x="2087" y="1294405"/>
                        <a:pt x="12700" y="1360009"/>
                      </a:cubicBezTo>
                      <a:cubicBezTo>
                        <a:pt x="17764" y="1391313"/>
                        <a:pt x="29691" y="1422061"/>
                        <a:pt x="46567" y="1448909"/>
                      </a:cubicBezTo>
                      <a:cubicBezTo>
                        <a:pt x="89408" y="1517066"/>
                        <a:pt x="141974" y="1524747"/>
                        <a:pt x="215900" y="1550509"/>
                      </a:cubicBezTo>
                      <a:cubicBezTo>
                        <a:pt x="402702" y="1615606"/>
                        <a:pt x="346613" y="1599508"/>
                        <a:pt x="520700" y="1626709"/>
                      </a:cubicBezTo>
                      <a:cubicBezTo>
                        <a:pt x="550333" y="1625298"/>
                        <a:pt x="580141" y="1625983"/>
                        <a:pt x="609600" y="1622476"/>
                      </a:cubicBezTo>
                      <a:cubicBezTo>
                        <a:pt x="639555" y="1618910"/>
                        <a:pt x="668416" y="1607770"/>
                        <a:pt x="698500" y="1605542"/>
                      </a:cubicBezTo>
                      <a:cubicBezTo>
                        <a:pt x="782982" y="1599284"/>
                        <a:pt x="867833" y="1599898"/>
                        <a:pt x="952500" y="1597076"/>
                      </a:cubicBezTo>
                      <a:cubicBezTo>
                        <a:pt x="996244" y="1590020"/>
                        <a:pt x="1042277" y="1591553"/>
                        <a:pt x="1083733" y="1575909"/>
                      </a:cubicBezTo>
                      <a:cubicBezTo>
                        <a:pt x="1189200" y="1536110"/>
                        <a:pt x="1335381" y="1331288"/>
                        <a:pt x="1371600" y="1288042"/>
                      </a:cubicBezTo>
                      <a:cubicBezTo>
                        <a:pt x="1464662" y="1176922"/>
                        <a:pt x="1452351" y="1187711"/>
                        <a:pt x="1519767" y="1072142"/>
                      </a:cubicBezTo>
                      <a:cubicBezTo>
                        <a:pt x="1526822" y="1038275"/>
                        <a:pt x="1536361" y="1004832"/>
                        <a:pt x="1540933" y="970542"/>
                      </a:cubicBezTo>
                      <a:cubicBezTo>
                        <a:pt x="1550560" y="898339"/>
                        <a:pt x="1545005" y="891922"/>
                        <a:pt x="1540933" y="830842"/>
                      </a:cubicBezTo>
                      <a:cubicBezTo>
                        <a:pt x="1531674" y="691960"/>
                        <a:pt x="1543939" y="817379"/>
                        <a:pt x="1524000" y="644576"/>
                      </a:cubicBezTo>
                      <a:cubicBezTo>
                        <a:pt x="1520778" y="509231"/>
                        <a:pt x="1525404" y="437493"/>
                        <a:pt x="1498600" y="305909"/>
                      </a:cubicBezTo>
                      <a:cubicBezTo>
                        <a:pt x="1488731" y="257462"/>
                        <a:pt x="1473352" y="236985"/>
                        <a:pt x="1447800" y="200076"/>
                      </a:cubicBezTo>
                      <a:cubicBezTo>
                        <a:pt x="1434690" y="181139"/>
                        <a:pt x="1419344" y="163765"/>
                        <a:pt x="1401233" y="149276"/>
                      </a:cubicBezTo>
                      <a:cubicBezTo>
                        <a:pt x="1350557" y="108736"/>
                        <a:pt x="1302777" y="80997"/>
                        <a:pt x="1244600" y="51909"/>
                      </a:cubicBezTo>
                      <a:cubicBezTo>
                        <a:pt x="1240412" y="49815"/>
                        <a:pt x="1208976" y="44013"/>
                        <a:pt x="1206500" y="43442"/>
                      </a:cubicBezTo>
                      <a:cubicBezTo>
                        <a:pt x="1195162" y="40825"/>
                        <a:pt x="1183971" y="37593"/>
                        <a:pt x="1172633" y="34976"/>
                      </a:cubicBezTo>
                      <a:cubicBezTo>
                        <a:pt x="1151754" y="30158"/>
                        <a:pt x="1117718" y="25285"/>
                        <a:pt x="1100667" y="22276"/>
                      </a:cubicBezTo>
                      <a:cubicBezTo>
                        <a:pt x="1031391" y="10051"/>
                        <a:pt x="1165779" y="30367"/>
                        <a:pt x="1020233" y="9576"/>
                      </a:cubicBezTo>
                      <a:cubicBezTo>
                        <a:pt x="1011766" y="6754"/>
                        <a:pt x="1002582" y="-3319"/>
                        <a:pt x="994833" y="1109"/>
                      </a:cubicBezTo>
                      <a:cubicBezTo>
                        <a:pt x="974984" y="12451"/>
                        <a:pt x="997656" y="17337"/>
                        <a:pt x="965200" y="26509"/>
                      </a:cubicBezTo>
                      <a:close/>
                    </a:path>
                  </a:pathLst>
                </a:custGeom>
                <a:solidFill>
                  <a:srgbClr val="8FF2FF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grpSp>
              <p:nvGrpSpPr>
                <p:cNvPr id="33" name="组合 32"/>
                <p:cNvGrpSpPr/>
                <p:nvPr/>
              </p:nvGrpSpPr>
              <p:grpSpPr>
                <a:xfrm rot="3410062">
                  <a:off x="4721118" y="4874901"/>
                  <a:ext cx="1378619" cy="334434"/>
                  <a:chOff x="4401471" y="4384436"/>
                  <a:chExt cx="2014807" cy="334434"/>
                </a:xfrm>
              </p:grpSpPr>
              <p:sp>
                <p:nvSpPr>
                  <p:cNvPr id="30" name="任意多边形: 形状 29"/>
                  <p:cNvSpPr/>
                  <p:nvPr/>
                </p:nvSpPr>
                <p:spPr>
                  <a:xfrm>
                    <a:off x="4401473" y="4551653"/>
                    <a:ext cx="2014805" cy="167217"/>
                  </a:xfrm>
                  <a:custGeom>
                    <a:avLst/>
                    <a:gdLst>
                      <a:gd name="connsiteX0" fmla="*/ 0 w 2014805"/>
                      <a:gd name="connsiteY0" fmla="*/ 0 h 167217"/>
                      <a:gd name="connsiteX1" fmla="*/ 2014805 w 2014805"/>
                      <a:gd name="connsiteY1" fmla="*/ 0 h 167217"/>
                      <a:gd name="connsiteX2" fmla="*/ 2014805 w 2014805"/>
                      <a:gd name="connsiteY2" fmla="*/ 5 h 167217"/>
                      <a:gd name="connsiteX3" fmla="*/ 1994341 w 2014805"/>
                      <a:gd name="connsiteY3" fmla="*/ 33700 h 167217"/>
                      <a:gd name="connsiteX4" fmla="*/ 1007404 w 2014805"/>
                      <a:gd name="connsiteY4" fmla="*/ 167217 h 167217"/>
                      <a:gd name="connsiteX5" fmla="*/ 0 w 2014805"/>
                      <a:gd name="connsiteY5" fmla="*/ 0 h 167217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</a:cxnLst>
                    <a:rect l="l" t="t" r="r" b="b"/>
                    <a:pathLst>
                      <a:path w="2014805" h="167217">
                        <a:moveTo>
                          <a:pt x="0" y="0"/>
                        </a:moveTo>
                        <a:lnTo>
                          <a:pt x="2014805" y="0"/>
                        </a:lnTo>
                        <a:lnTo>
                          <a:pt x="2014805" y="5"/>
                        </a:lnTo>
                        <a:lnTo>
                          <a:pt x="1994341" y="33700"/>
                        </a:lnTo>
                        <a:cubicBezTo>
                          <a:pt x="1900405" y="109898"/>
                          <a:pt x="1494232" y="167217"/>
                          <a:pt x="1007404" y="167217"/>
                        </a:cubicBezTo>
                        <a:cubicBezTo>
                          <a:pt x="451030" y="167217"/>
                          <a:pt x="0" y="92351"/>
                          <a:pt x="0" y="0"/>
                        </a:cubicBezTo>
                        <a:close/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zh-CN" altLang="en-US"/>
                  </a:p>
                </p:txBody>
              </p:sp>
              <p:sp>
                <p:nvSpPr>
                  <p:cNvPr id="31" name="椭圆 30"/>
                  <p:cNvSpPr/>
                  <p:nvPr/>
                </p:nvSpPr>
                <p:spPr>
                  <a:xfrm>
                    <a:off x="4401471" y="4384436"/>
                    <a:ext cx="2014807" cy="334434"/>
                  </a:xfrm>
                  <a:prstGeom prst="ellipse">
                    <a:avLst/>
                  </a:prstGeom>
                  <a:solidFill>
                    <a:srgbClr val="8FF2FF"/>
                  </a:solidFill>
                  <a:ln w="8890">
                    <a:prstDash val="sysDot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 dirty="0"/>
                  </a:p>
                </p:txBody>
              </p:sp>
            </p:grpSp>
          </p:grpSp>
          <p:cxnSp>
            <p:nvCxnSpPr>
              <p:cNvPr id="41" name="直接箭头连接符 40"/>
              <p:cNvCxnSpPr>
                <a:stCxn id="18" idx="6"/>
              </p:cNvCxnSpPr>
              <p:nvPr/>
            </p:nvCxnSpPr>
            <p:spPr>
              <a:xfrm>
                <a:off x="1634429" y="5544339"/>
                <a:ext cx="2230604" cy="11816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直接连接符 42"/>
              <p:cNvCxnSpPr>
                <a:stCxn id="18" idx="7"/>
              </p:cNvCxnSpPr>
              <p:nvPr/>
            </p:nvCxnSpPr>
            <p:spPr>
              <a:xfrm flipV="1">
                <a:off x="1610795" y="5052501"/>
                <a:ext cx="945080" cy="43478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直接箭头连接符 50"/>
              <p:cNvCxnSpPr/>
              <p:nvPr/>
            </p:nvCxnSpPr>
            <p:spPr>
              <a:xfrm flipV="1">
                <a:off x="3390755" y="4313396"/>
                <a:ext cx="729728" cy="34432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6" name="直接连接符 25"/>
            <p:cNvCxnSpPr/>
            <p:nvPr/>
          </p:nvCxnSpPr>
          <p:spPr>
            <a:xfrm flipV="1">
              <a:off x="2555875" y="4657725"/>
              <a:ext cx="834880" cy="394776"/>
            </a:xfrm>
            <a:prstGeom prst="line">
              <a:avLst/>
            </a:prstGeom>
            <a:ln w="25400">
              <a:solidFill>
                <a:schemeClr val="tx1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5" name="组合 114"/>
          <p:cNvGrpSpPr/>
          <p:nvPr/>
        </p:nvGrpSpPr>
        <p:grpSpPr>
          <a:xfrm>
            <a:off x="949237" y="1082878"/>
            <a:ext cx="2014809" cy="2164900"/>
            <a:chOff x="949237" y="1082878"/>
            <a:chExt cx="2014809" cy="2164900"/>
          </a:xfrm>
        </p:grpSpPr>
        <p:grpSp>
          <p:nvGrpSpPr>
            <p:cNvPr id="72" name="组合 71"/>
            <p:cNvGrpSpPr/>
            <p:nvPr/>
          </p:nvGrpSpPr>
          <p:grpSpPr>
            <a:xfrm>
              <a:off x="949237" y="1232970"/>
              <a:ext cx="2014809" cy="2014808"/>
              <a:chOff x="949237" y="1232970"/>
              <a:chExt cx="2014809" cy="2014808"/>
            </a:xfrm>
          </p:grpSpPr>
          <p:sp>
            <p:nvSpPr>
              <p:cNvPr id="73" name="椭圆 72"/>
              <p:cNvSpPr/>
              <p:nvPr/>
            </p:nvSpPr>
            <p:spPr>
              <a:xfrm>
                <a:off x="949238" y="1232970"/>
                <a:ext cx="2014808" cy="2014808"/>
              </a:xfrm>
              <a:prstGeom prst="ellipse">
                <a:avLst/>
              </a:prstGeom>
              <a:solidFill>
                <a:srgbClr val="8FF2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74" name="任意多边形: 形状 73"/>
              <p:cNvSpPr/>
              <p:nvPr/>
            </p:nvSpPr>
            <p:spPr>
              <a:xfrm>
                <a:off x="949239" y="2239315"/>
                <a:ext cx="2014805" cy="167217"/>
              </a:xfrm>
              <a:custGeom>
                <a:avLst/>
                <a:gdLst>
                  <a:gd name="connsiteX0" fmla="*/ 0 w 2014805"/>
                  <a:gd name="connsiteY0" fmla="*/ 0 h 167217"/>
                  <a:gd name="connsiteX1" fmla="*/ 2014805 w 2014805"/>
                  <a:gd name="connsiteY1" fmla="*/ 0 h 167217"/>
                  <a:gd name="connsiteX2" fmla="*/ 2014805 w 2014805"/>
                  <a:gd name="connsiteY2" fmla="*/ 5 h 167217"/>
                  <a:gd name="connsiteX3" fmla="*/ 1994341 w 2014805"/>
                  <a:gd name="connsiteY3" fmla="*/ 33700 h 167217"/>
                  <a:gd name="connsiteX4" fmla="*/ 1007404 w 2014805"/>
                  <a:gd name="connsiteY4" fmla="*/ 167217 h 167217"/>
                  <a:gd name="connsiteX5" fmla="*/ 0 w 2014805"/>
                  <a:gd name="connsiteY5" fmla="*/ 0 h 1672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14805" h="167217">
                    <a:moveTo>
                      <a:pt x="0" y="0"/>
                    </a:moveTo>
                    <a:lnTo>
                      <a:pt x="2014805" y="0"/>
                    </a:lnTo>
                    <a:lnTo>
                      <a:pt x="2014805" y="5"/>
                    </a:lnTo>
                    <a:lnTo>
                      <a:pt x="1994341" y="33700"/>
                    </a:lnTo>
                    <a:cubicBezTo>
                      <a:pt x="1900405" y="109898"/>
                      <a:pt x="1494232" y="167217"/>
                      <a:pt x="1007404" y="167217"/>
                    </a:cubicBezTo>
                    <a:cubicBezTo>
                      <a:pt x="451030" y="167217"/>
                      <a:pt x="0" y="92351"/>
                      <a:pt x="0" y="0"/>
                    </a:cubicBezTo>
                    <a:close/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75" name="椭圆 74"/>
              <p:cNvSpPr/>
              <p:nvPr/>
            </p:nvSpPr>
            <p:spPr>
              <a:xfrm>
                <a:off x="949237" y="2072098"/>
                <a:ext cx="2014807" cy="334434"/>
              </a:xfrm>
              <a:prstGeom prst="ellipse">
                <a:avLst/>
              </a:prstGeom>
              <a:solidFill>
                <a:srgbClr val="8FF2FF"/>
              </a:solidFill>
              <a:ln w="8890"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  <p:sp>
          <p:nvSpPr>
            <p:cNvPr id="78" name="椭圆 77"/>
            <p:cNvSpPr/>
            <p:nvPr/>
          </p:nvSpPr>
          <p:spPr>
            <a:xfrm flipH="1">
              <a:off x="1575118" y="1462203"/>
              <a:ext cx="45719" cy="45719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9" name="乘号 78"/>
            <p:cNvSpPr/>
            <p:nvPr/>
          </p:nvSpPr>
          <p:spPr>
            <a:xfrm rot="2218051">
              <a:off x="1344611" y="1771652"/>
              <a:ext cx="53975" cy="53975"/>
            </a:xfrm>
            <a:prstGeom prst="mathMultiply">
              <a:avLst>
                <a:gd name="adj1" fmla="val 0"/>
              </a:avLst>
            </a:prstGeom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6" name="任意多边形: 形状 95"/>
            <p:cNvSpPr/>
            <p:nvPr/>
          </p:nvSpPr>
          <p:spPr>
            <a:xfrm>
              <a:off x="1158402" y="1338835"/>
              <a:ext cx="486566" cy="503579"/>
            </a:xfrm>
            <a:custGeom>
              <a:avLst/>
              <a:gdLst>
                <a:gd name="connsiteX0" fmla="*/ 344293 w 486566"/>
                <a:gd name="connsiteY0" fmla="*/ 0 h 503579"/>
                <a:gd name="connsiteX1" fmla="*/ 387427 w 486566"/>
                <a:gd name="connsiteY1" fmla="*/ 61619 h 503579"/>
                <a:gd name="connsiteX2" fmla="*/ 435357 w 486566"/>
                <a:gd name="connsiteY2" fmla="*/ 478139 h 503579"/>
                <a:gd name="connsiteX3" fmla="*/ 43576 w 486566"/>
                <a:gd name="connsiteY3" fmla="*/ 328827 h 503579"/>
                <a:gd name="connsiteX4" fmla="*/ 0 w 486566"/>
                <a:gd name="connsiteY4" fmla="*/ 278182 h 503579"/>
                <a:gd name="connsiteX5" fmla="*/ 12238 w 486566"/>
                <a:gd name="connsiteY5" fmla="*/ 261816 h 503579"/>
                <a:gd name="connsiteX6" fmla="*/ 309411 w 486566"/>
                <a:gd name="connsiteY6" fmla="*/ 16803 h 503579"/>
                <a:gd name="connsiteX7" fmla="*/ 344293 w 486566"/>
                <a:gd name="connsiteY7" fmla="*/ 0 h 5035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86566" h="503579">
                  <a:moveTo>
                    <a:pt x="344293" y="0"/>
                  </a:moveTo>
                  <a:lnTo>
                    <a:pt x="387427" y="61619"/>
                  </a:lnTo>
                  <a:cubicBezTo>
                    <a:pt x="496534" y="235796"/>
                    <a:pt x="520162" y="412236"/>
                    <a:pt x="435357" y="478139"/>
                  </a:cubicBezTo>
                  <a:cubicBezTo>
                    <a:pt x="350551" y="544042"/>
                    <a:pt x="185412" y="477571"/>
                    <a:pt x="43576" y="328827"/>
                  </a:cubicBezTo>
                  <a:lnTo>
                    <a:pt x="0" y="278182"/>
                  </a:lnTo>
                  <a:lnTo>
                    <a:pt x="12238" y="261816"/>
                  </a:lnTo>
                  <a:cubicBezTo>
                    <a:pt x="94360" y="162309"/>
                    <a:pt x="195218" y="78837"/>
                    <a:pt x="309411" y="16803"/>
                  </a:cubicBezTo>
                  <a:lnTo>
                    <a:pt x="344293" y="0"/>
                  </a:lnTo>
                  <a:close/>
                </a:path>
              </a:pathLst>
            </a:custGeom>
            <a:solidFill>
              <a:srgbClr val="8FF2FF"/>
            </a:solidFill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95" name="任意多边形: 形状 94"/>
            <p:cNvSpPr/>
            <p:nvPr/>
          </p:nvSpPr>
          <p:spPr>
            <a:xfrm>
              <a:off x="993198" y="1082878"/>
              <a:ext cx="510842" cy="534133"/>
            </a:xfrm>
            <a:custGeom>
              <a:avLst/>
              <a:gdLst>
                <a:gd name="connsiteX0" fmla="*/ 141157 w 510842"/>
                <a:gd name="connsiteY0" fmla="*/ 202 h 534133"/>
                <a:gd name="connsiteX1" fmla="*/ 502049 w 510842"/>
                <a:gd name="connsiteY1" fmla="*/ 243391 h 534133"/>
                <a:gd name="connsiteX2" fmla="*/ 510842 w 510842"/>
                <a:gd name="connsiteY2" fmla="*/ 255951 h 534133"/>
                <a:gd name="connsiteX3" fmla="*/ 475960 w 510842"/>
                <a:gd name="connsiteY3" fmla="*/ 272754 h 534133"/>
                <a:gd name="connsiteX4" fmla="*/ 178787 w 510842"/>
                <a:gd name="connsiteY4" fmla="*/ 517767 h 534133"/>
                <a:gd name="connsiteX5" fmla="*/ 166549 w 510842"/>
                <a:gd name="connsiteY5" fmla="*/ 534133 h 534133"/>
                <a:gd name="connsiteX6" fmla="*/ 151067 w 510842"/>
                <a:gd name="connsiteY6" fmla="*/ 516140 h 534133"/>
                <a:gd name="connsiteX7" fmla="*/ 51210 w 510842"/>
                <a:gd name="connsiteY7" fmla="*/ 25441 h 534133"/>
                <a:gd name="connsiteX8" fmla="*/ 141157 w 510842"/>
                <a:gd name="connsiteY8" fmla="*/ 202 h 534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10842" h="534133">
                  <a:moveTo>
                    <a:pt x="141157" y="202"/>
                  </a:moveTo>
                  <a:cubicBezTo>
                    <a:pt x="245944" y="5045"/>
                    <a:pt x="387996" y="96625"/>
                    <a:pt x="502049" y="243391"/>
                  </a:cubicBezTo>
                  <a:lnTo>
                    <a:pt x="510842" y="255951"/>
                  </a:lnTo>
                  <a:lnTo>
                    <a:pt x="475960" y="272754"/>
                  </a:lnTo>
                  <a:cubicBezTo>
                    <a:pt x="361767" y="334788"/>
                    <a:pt x="260909" y="418260"/>
                    <a:pt x="178787" y="517767"/>
                  </a:cubicBezTo>
                  <a:lnTo>
                    <a:pt x="166549" y="534133"/>
                  </a:lnTo>
                  <a:lnTo>
                    <a:pt x="151067" y="516140"/>
                  </a:lnTo>
                  <a:cubicBezTo>
                    <a:pt x="-1003" y="320452"/>
                    <a:pt x="-45710" y="100759"/>
                    <a:pt x="51210" y="25441"/>
                  </a:cubicBezTo>
                  <a:cubicBezTo>
                    <a:pt x="75440" y="6611"/>
                    <a:pt x="106229" y="-1412"/>
                    <a:pt x="141157" y="202"/>
                  </a:cubicBez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 dirty="0"/>
            </a:p>
          </p:txBody>
        </p:sp>
        <p:sp>
          <p:nvSpPr>
            <p:cNvPr id="114" name="椭圆 113"/>
            <p:cNvSpPr/>
            <p:nvPr/>
          </p:nvSpPr>
          <p:spPr>
            <a:xfrm rot="19253677">
              <a:off x="1480755" y="2047876"/>
              <a:ext cx="1035050" cy="444500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1299041" y="4531304"/>
            <a:ext cx="2565309" cy="859700"/>
            <a:chOff x="1299041" y="4531304"/>
            <a:chExt cx="2565309" cy="859700"/>
          </a:xfrm>
        </p:grpSpPr>
        <p:sp>
          <p:nvSpPr>
            <p:cNvPr id="4" name="椭圆 3"/>
            <p:cNvSpPr/>
            <p:nvPr/>
          </p:nvSpPr>
          <p:spPr>
            <a:xfrm>
              <a:off x="1748950" y="4940982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 dirty="0"/>
            </a:p>
          </p:txBody>
        </p:sp>
        <p:sp>
          <p:nvSpPr>
            <p:cNvPr id="5" name="椭圆 4"/>
            <p:cNvSpPr/>
            <p:nvPr/>
          </p:nvSpPr>
          <p:spPr>
            <a:xfrm>
              <a:off x="3333750" y="4940981"/>
              <a:ext cx="161383" cy="161383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" name="直接箭头连接符 6"/>
            <p:cNvCxnSpPr>
              <a:stCxn id="4" idx="6"/>
            </p:cNvCxnSpPr>
            <p:nvPr/>
          </p:nvCxnSpPr>
          <p:spPr>
            <a:xfrm>
              <a:off x="1910333" y="5021674"/>
              <a:ext cx="1423417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文本框 8"/>
            <p:cNvSpPr txBox="1"/>
            <p:nvPr/>
          </p:nvSpPr>
          <p:spPr>
            <a:xfrm>
              <a:off x="2091441" y="5021672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</a:t>
              </a:r>
              <a:endParaRPr lang="zh-CN" altLang="en-US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1299041" y="4531304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+q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03150" y="4531304"/>
              <a:ext cx="10612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-q</a:t>
              </a:r>
              <a:endParaRPr lang="zh-CN" alt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组合 163"/>
          <p:cNvGrpSpPr/>
          <p:nvPr/>
        </p:nvGrpSpPr>
        <p:grpSpPr>
          <a:xfrm>
            <a:off x="248024" y="778897"/>
            <a:ext cx="1318847" cy="1318847"/>
            <a:chOff x="248024" y="778897"/>
            <a:chExt cx="1318847" cy="1318847"/>
          </a:xfrm>
        </p:grpSpPr>
        <p:sp>
          <p:nvSpPr>
            <p:cNvPr id="4" name="椭圆 3"/>
            <p:cNvSpPr/>
            <p:nvPr/>
          </p:nvSpPr>
          <p:spPr>
            <a:xfrm>
              <a:off x="248024" y="778897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5" name="直接连接符 14"/>
            <p:cNvCxnSpPr>
              <a:stCxn id="4" idx="2"/>
              <a:endCxn id="4" idx="6"/>
            </p:cNvCxnSpPr>
            <p:nvPr/>
          </p:nvCxnSpPr>
          <p:spPr>
            <a:xfrm>
              <a:off x="248024" y="1438321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>
              <a:stCxn id="4" idx="0"/>
              <a:endCxn id="4" idx="4"/>
            </p:cNvCxnSpPr>
            <p:nvPr/>
          </p:nvCxnSpPr>
          <p:spPr>
            <a:xfrm>
              <a:off x="907448" y="778897"/>
              <a:ext cx="0" cy="131884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5" name="组合 164"/>
          <p:cNvGrpSpPr/>
          <p:nvPr/>
        </p:nvGrpSpPr>
        <p:grpSpPr>
          <a:xfrm>
            <a:off x="2698812" y="778898"/>
            <a:ext cx="1318847" cy="1318847"/>
            <a:chOff x="2698812" y="778898"/>
            <a:chExt cx="1318847" cy="1318847"/>
          </a:xfrm>
        </p:grpSpPr>
        <p:sp>
          <p:nvSpPr>
            <p:cNvPr id="5" name="椭圆 4"/>
            <p:cNvSpPr/>
            <p:nvPr/>
          </p:nvSpPr>
          <p:spPr>
            <a:xfrm>
              <a:off x="2698812" y="77889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20" name="直接连接符 19"/>
            <p:cNvCxnSpPr>
              <a:stCxn id="5" idx="2"/>
              <a:endCxn id="5" idx="6"/>
            </p:cNvCxnSpPr>
            <p:nvPr/>
          </p:nvCxnSpPr>
          <p:spPr>
            <a:xfrm>
              <a:off x="2698812" y="1438322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6" name="组合 165"/>
          <p:cNvGrpSpPr/>
          <p:nvPr/>
        </p:nvGrpSpPr>
        <p:grpSpPr>
          <a:xfrm>
            <a:off x="5149600" y="778899"/>
            <a:ext cx="1318847" cy="1318847"/>
            <a:chOff x="5149600" y="778899"/>
            <a:chExt cx="1318847" cy="1318847"/>
          </a:xfrm>
        </p:grpSpPr>
        <p:sp>
          <p:nvSpPr>
            <p:cNvPr id="6" name="椭圆 5"/>
            <p:cNvSpPr/>
            <p:nvPr/>
          </p:nvSpPr>
          <p:spPr>
            <a:xfrm>
              <a:off x="5149600" y="778899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46" name="直接连接符 45"/>
            <p:cNvCxnSpPr/>
            <p:nvPr/>
          </p:nvCxnSpPr>
          <p:spPr>
            <a:xfrm>
              <a:off x="5211233" y="1159933"/>
              <a:ext cx="12065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/>
            <p:cNvCxnSpPr/>
            <p:nvPr/>
          </p:nvCxnSpPr>
          <p:spPr>
            <a:xfrm>
              <a:off x="5211233" y="1718733"/>
              <a:ext cx="118956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7" name="组合 166"/>
          <p:cNvGrpSpPr/>
          <p:nvPr/>
        </p:nvGrpSpPr>
        <p:grpSpPr>
          <a:xfrm>
            <a:off x="7600388" y="778896"/>
            <a:ext cx="1318847" cy="1318847"/>
            <a:chOff x="7600388" y="778896"/>
            <a:chExt cx="1318847" cy="1318847"/>
          </a:xfrm>
        </p:grpSpPr>
        <p:sp>
          <p:nvSpPr>
            <p:cNvPr id="51" name="椭圆 50"/>
            <p:cNvSpPr/>
            <p:nvPr/>
          </p:nvSpPr>
          <p:spPr>
            <a:xfrm>
              <a:off x="7600388" y="77889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52" name="直接连接符 51"/>
            <p:cNvCxnSpPr/>
            <p:nvPr/>
          </p:nvCxnSpPr>
          <p:spPr>
            <a:xfrm>
              <a:off x="7662021" y="1159930"/>
              <a:ext cx="12065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直接连接符 55"/>
            <p:cNvCxnSpPr>
              <a:endCxn id="51" idx="3"/>
            </p:cNvCxnSpPr>
            <p:nvPr/>
          </p:nvCxnSpPr>
          <p:spPr>
            <a:xfrm flipH="1">
              <a:off x="7793529" y="1157845"/>
              <a:ext cx="466283" cy="74675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连接符 57"/>
            <p:cNvCxnSpPr>
              <a:endCxn id="51" idx="5"/>
            </p:cNvCxnSpPr>
            <p:nvPr/>
          </p:nvCxnSpPr>
          <p:spPr>
            <a:xfrm>
              <a:off x="8259812" y="1157845"/>
              <a:ext cx="466282" cy="74675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8" name="组合 167"/>
          <p:cNvGrpSpPr/>
          <p:nvPr/>
        </p:nvGrpSpPr>
        <p:grpSpPr>
          <a:xfrm>
            <a:off x="10051175" y="778896"/>
            <a:ext cx="1318847" cy="1318847"/>
            <a:chOff x="10051175" y="778896"/>
            <a:chExt cx="1318847" cy="1318847"/>
          </a:xfrm>
        </p:grpSpPr>
        <p:sp>
          <p:nvSpPr>
            <p:cNvPr id="8" name="椭圆 7"/>
            <p:cNvSpPr/>
            <p:nvPr/>
          </p:nvSpPr>
          <p:spPr>
            <a:xfrm>
              <a:off x="10051175" y="77889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61" name="直接连接符 60"/>
            <p:cNvCxnSpPr>
              <a:stCxn id="8" idx="4"/>
              <a:endCxn id="8" idx="1"/>
            </p:cNvCxnSpPr>
            <p:nvPr/>
          </p:nvCxnSpPr>
          <p:spPr>
            <a:xfrm flipH="1" flipV="1">
              <a:off x="10244316" y="972037"/>
              <a:ext cx="466283" cy="112570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接连接符 63"/>
            <p:cNvCxnSpPr>
              <a:stCxn id="8" idx="4"/>
              <a:endCxn id="8" idx="7"/>
            </p:cNvCxnSpPr>
            <p:nvPr/>
          </p:nvCxnSpPr>
          <p:spPr>
            <a:xfrm flipV="1">
              <a:off x="10710599" y="972037"/>
              <a:ext cx="466282" cy="112570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9" name="组合 168"/>
          <p:cNvGrpSpPr/>
          <p:nvPr/>
        </p:nvGrpSpPr>
        <p:grpSpPr>
          <a:xfrm>
            <a:off x="248024" y="3631967"/>
            <a:ext cx="1318847" cy="1318847"/>
            <a:chOff x="248024" y="3631967"/>
            <a:chExt cx="1318847" cy="1318847"/>
          </a:xfrm>
        </p:grpSpPr>
        <p:sp>
          <p:nvSpPr>
            <p:cNvPr id="9" name="椭圆 8"/>
            <p:cNvSpPr/>
            <p:nvPr/>
          </p:nvSpPr>
          <p:spPr>
            <a:xfrm>
              <a:off x="248024" y="3631967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70" name="直接连接符 69"/>
            <p:cNvCxnSpPr/>
            <p:nvPr/>
          </p:nvCxnSpPr>
          <p:spPr>
            <a:xfrm>
              <a:off x="300567" y="4028017"/>
              <a:ext cx="491066" cy="91069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直接连接符 72"/>
            <p:cNvCxnSpPr>
              <a:endCxn id="9" idx="7"/>
            </p:cNvCxnSpPr>
            <p:nvPr/>
          </p:nvCxnSpPr>
          <p:spPr>
            <a:xfrm flipV="1">
              <a:off x="791633" y="3825108"/>
              <a:ext cx="582097" cy="112570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连接符 74"/>
            <p:cNvCxnSpPr>
              <a:stCxn id="9" idx="1"/>
            </p:cNvCxnSpPr>
            <p:nvPr/>
          </p:nvCxnSpPr>
          <p:spPr>
            <a:xfrm>
              <a:off x="441165" y="3825108"/>
              <a:ext cx="582097" cy="111360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接连接符 84"/>
            <p:cNvCxnSpPr/>
            <p:nvPr/>
          </p:nvCxnSpPr>
          <p:spPr>
            <a:xfrm flipV="1">
              <a:off x="1023262" y="4004733"/>
              <a:ext cx="481688" cy="93398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0" name="组合 169"/>
          <p:cNvGrpSpPr/>
          <p:nvPr/>
        </p:nvGrpSpPr>
        <p:grpSpPr>
          <a:xfrm>
            <a:off x="2698812" y="3631968"/>
            <a:ext cx="1318847" cy="1318847"/>
            <a:chOff x="2698812" y="3631968"/>
            <a:chExt cx="1318847" cy="1318847"/>
          </a:xfrm>
        </p:grpSpPr>
        <p:sp>
          <p:nvSpPr>
            <p:cNvPr id="10" name="椭圆 9"/>
            <p:cNvSpPr/>
            <p:nvPr/>
          </p:nvSpPr>
          <p:spPr>
            <a:xfrm>
              <a:off x="2698812" y="363196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87" name="直接连接符 86"/>
            <p:cNvCxnSpPr>
              <a:stCxn id="10" idx="1"/>
            </p:cNvCxnSpPr>
            <p:nvPr/>
          </p:nvCxnSpPr>
          <p:spPr>
            <a:xfrm>
              <a:off x="2891953" y="3825109"/>
              <a:ext cx="466281" cy="4662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直接连接符 90"/>
            <p:cNvCxnSpPr>
              <a:endCxn id="10" idx="4"/>
            </p:cNvCxnSpPr>
            <p:nvPr/>
          </p:nvCxnSpPr>
          <p:spPr>
            <a:xfrm>
              <a:off x="3358234" y="4291392"/>
              <a:ext cx="2" cy="65942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直接连接符 93"/>
            <p:cNvCxnSpPr>
              <a:stCxn id="10" idx="7"/>
            </p:cNvCxnSpPr>
            <p:nvPr/>
          </p:nvCxnSpPr>
          <p:spPr>
            <a:xfrm flipH="1">
              <a:off x="3358234" y="3825109"/>
              <a:ext cx="466284" cy="4662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1" name="组合 170"/>
          <p:cNvGrpSpPr/>
          <p:nvPr/>
        </p:nvGrpSpPr>
        <p:grpSpPr>
          <a:xfrm>
            <a:off x="5149599" y="3631968"/>
            <a:ext cx="1318847" cy="1318847"/>
            <a:chOff x="5149599" y="3631968"/>
            <a:chExt cx="1318847" cy="1318847"/>
          </a:xfrm>
        </p:grpSpPr>
        <p:sp>
          <p:nvSpPr>
            <p:cNvPr id="99" name="椭圆 98"/>
            <p:cNvSpPr/>
            <p:nvPr/>
          </p:nvSpPr>
          <p:spPr>
            <a:xfrm>
              <a:off x="5149599" y="3631968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04" name="直接连接符 103"/>
            <p:cNvCxnSpPr/>
            <p:nvPr/>
          </p:nvCxnSpPr>
          <p:spPr>
            <a:xfrm flipH="1">
              <a:off x="5211233" y="4020512"/>
              <a:ext cx="59779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连接符 105"/>
            <p:cNvCxnSpPr/>
            <p:nvPr/>
          </p:nvCxnSpPr>
          <p:spPr>
            <a:xfrm>
              <a:off x="5809023" y="4019501"/>
              <a:ext cx="0" cy="543781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直接连接符 107"/>
            <p:cNvCxnSpPr/>
            <p:nvPr/>
          </p:nvCxnSpPr>
          <p:spPr>
            <a:xfrm>
              <a:off x="5795963" y="4564293"/>
              <a:ext cx="62177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2" name="组合 171"/>
          <p:cNvGrpSpPr/>
          <p:nvPr/>
        </p:nvGrpSpPr>
        <p:grpSpPr>
          <a:xfrm>
            <a:off x="7600388" y="3631970"/>
            <a:ext cx="1318847" cy="1318847"/>
            <a:chOff x="7600388" y="3631970"/>
            <a:chExt cx="1318847" cy="1318847"/>
          </a:xfrm>
        </p:grpSpPr>
        <p:sp>
          <p:nvSpPr>
            <p:cNvPr id="12" name="椭圆 11"/>
            <p:cNvSpPr/>
            <p:nvPr/>
          </p:nvSpPr>
          <p:spPr>
            <a:xfrm>
              <a:off x="7600388" y="3631970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22" name="直接连接符 121"/>
            <p:cNvCxnSpPr>
              <a:stCxn id="12" idx="2"/>
              <a:endCxn id="12" idx="6"/>
            </p:cNvCxnSpPr>
            <p:nvPr/>
          </p:nvCxnSpPr>
          <p:spPr>
            <a:xfrm>
              <a:off x="7600388" y="4291394"/>
              <a:ext cx="1318847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直接连接符 123"/>
            <p:cNvCxnSpPr>
              <a:stCxn id="12" idx="0"/>
            </p:cNvCxnSpPr>
            <p:nvPr/>
          </p:nvCxnSpPr>
          <p:spPr>
            <a:xfrm>
              <a:off x="8259812" y="3631970"/>
              <a:ext cx="0" cy="659422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3" name="组合 172"/>
          <p:cNvGrpSpPr/>
          <p:nvPr/>
        </p:nvGrpSpPr>
        <p:grpSpPr>
          <a:xfrm>
            <a:off x="10051174" y="3619866"/>
            <a:ext cx="1318847" cy="1318847"/>
            <a:chOff x="10051174" y="3619866"/>
            <a:chExt cx="1318847" cy="1318847"/>
          </a:xfrm>
        </p:grpSpPr>
        <p:sp>
          <p:nvSpPr>
            <p:cNvPr id="125" name="椭圆 124"/>
            <p:cNvSpPr/>
            <p:nvPr/>
          </p:nvSpPr>
          <p:spPr>
            <a:xfrm>
              <a:off x="10051174" y="3619866"/>
              <a:ext cx="1318847" cy="1318847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cxnSp>
          <p:nvCxnSpPr>
            <p:cNvPr id="143" name="直接连接符 142"/>
            <p:cNvCxnSpPr>
              <a:stCxn id="125" idx="2"/>
            </p:cNvCxnSpPr>
            <p:nvPr/>
          </p:nvCxnSpPr>
          <p:spPr>
            <a:xfrm>
              <a:off x="10051174" y="4279290"/>
              <a:ext cx="19314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直接连接符 144"/>
            <p:cNvCxnSpPr/>
            <p:nvPr/>
          </p:nvCxnSpPr>
          <p:spPr>
            <a:xfrm>
              <a:off x="11065057" y="4658173"/>
              <a:ext cx="19314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直接连接符 150"/>
            <p:cNvCxnSpPr/>
            <p:nvPr/>
          </p:nvCxnSpPr>
          <p:spPr>
            <a:xfrm rot="1800000" flipH="1" flipV="1">
              <a:off x="10233025" y="4279297"/>
              <a:ext cx="832032" cy="378883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接连接符 153"/>
            <p:cNvCxnSpPr/>
            <p:nvPr/>
          </p:nvCxnSpPr>
          <p:spPr>
            <a:xfrm flipV="1">
              <a:off x="10236728" y="4096669"/>
              <a:ext cx="156633" cy="18262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接连接符 155"/>
            <p:cNvCxnSpPr/>
            <p:nvPr/>
          </p:nvCxnSpPr>
          <p:spPr>
            <a:xfrm flipV="1">
              <a:off x="10905067" y="4658173"/>
              <a:ext cx="159990" cy="182635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组合 20"/>
          <p:cNvGrpSpPr/>
          <p:nvPr/>
        </p:nvGrpSpPr>
        <p:grpSpPr>
          <a:xfrm>
            <a:off x="2849995" y="4135966"/>
            <a:ext cx="2183437" cy="1452034"/>
            <a:chOff x="2849995" y="4135966"/>
            <a:chExt cx="2183437" cy="1452034"/>
          </a:xfrm>
        </p:grpSpPr>
        <p:cxnSp>
          <p:nvCxnSpPr>
            <p:cNvPr id="5" name="直接连接符 4"/>
            <p:cNvCxnSpPr/>
            <p:nvPr/>
          </p:nvCxnSpPr>
          <p:spPr>
            <a:xfrm>
              <a:off x="2936488" y="4817327"/>
              <a:ext cx="1927612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箭头连接符 6"/>
            <p:cNvCxnSpPr/>
            <p:nvPr/>
          </p:nvCxnSpPr>
          <p:spPr>
            <a:xfrm>
              <a:off x="3413202" y="4159250"/>
              <a:ext cx="0" cy="6580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/>
            <p:cNvCxnSpPr/>
            <p:nvPr/>
          </p:nvCxnSpPr>
          <p:spPr>
            <a:xfrm flipV="1">
              <a:off x="4292600" y="4135967"/>
              <a:ext cx="0" cy="68136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/>
            <p:cNvCxnSpPr/>
            <p:nvPr/>
          </p:nvCxnSpPr>
          <p:spPr>
            <a:xfrm>
              <a:off x="3852333" y="4817327"/>
              <a:ext cx="0" cy="770673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文本框 17"/>
                <p:cNvSpPr txBox="1"/>
                <p:nvPr/>
              </p:nvSpPr>
              <p:spPr>
                <a:xfrm>
                  <a:off x="2849995" y="4160205"/>
                  <a:ext cx="502157" cy="44473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8" name="文本框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49995" y="4160205"/>
                  <a:ext cx="502157" cy="44473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文本框 18"/>
                <p:cNvSpPr txBox="1"/>
                <p:nvPr/>
              </p:nvSpPr>
              <p:spPr>
                <a:xfrm>
                  <a:off x="4292600" y="4135966"/>
                  <a:ext cx="502157" cy="4124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文本框 1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2600" y="4135966"/>
                  <a:ext cx="502157" cy="412485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文本框 19"/>
                <p:cNvSpPr txBox="1"/>
                <p:nvPr/>
              </p:nvSpPr>
              <p:spPr>
                <a:xfrm>
                  <a:off x="3900294" y="5053950"/>
                  <a:ext cx="1133138" cy="44268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acc>
                          <m:accPr>
                            <m:chr m:val="⃗"/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Sup>
                              <m:sSubSupPr>
                                <m:ctrlP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</m:e>
                        </m:acc>
                      </m:oMath>
                    </m:oMathPara>
                  </a14:m>
                  <a:endParaRPr lang="en-US" altLang="zh-CN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文本框 1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0294" y="5053950"/>
                  <a:ext cx="1133138" cy="442685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组合 38"/>
          <p:cNvGrpSpPr/>
          <p:nvPr/>
        </p:nvGrpSpPr>
        <p:grpSpPr>
          <a:xfrm>
            <a:off x="412750" y="311150"/>
            <a:ext cx="3220720" cy="1800000"/>
            <a:chOff x="3175000" y="2286000"/>
            <a:chExt cx="3220720" cy="1800000"/>
          </a:xfrm>
        </p:grpSpPr>
        <p:sp>
          <p:nvSpPr>
            <p:cNvPr id="4" name="椭圆 3"/>
            <p:cNvSpPr/>
            <p:nvPr/>
          </p:nvSpPr>
          <p:spPr>
            <a:xfrm>
              <a:off x="3552092" y="2286000"/>
              <a:ext cx="1800000" cy="180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椭圆 4"/>
            <p:cNvSpPr/>
            <p:nvPr/>
          </p:nvSpPr>
          <p:spPr>
            <a:xfrm>
              <a:off x="5352092" y="2826000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/>
            <p:cNvCxnSpPr/>
            <p:nvPr/>
          </p:nvCxnSpPr>
          <p:spPr>
            <a:xfrm flipH="1">
              <a:off x="3312160" y="3186000"/>
              <a:ext cx="3083560" cy="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>
            <a:xfrm flipH="1">
              <a:off x="3175000" y="2636520"/>
              <a:ext cx="2744235" cy="103548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箭头连接符 15"/>
            <p:cNvCxnSpPr/>
            <p:nvPr/>
          </p:nvCxnSpPr>
          <p:spPr>
            <a:xfrm flipH="1" flipV="1">
              <a:off x="5540131" y="2778125"/>
              <a:ext cx="171961" cy="40787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弧形 17"/>
            <p:cNvSpPr/>
            <p:nvPr/>
          </p:nvSpPr>
          <p:spPr>
            <a:xfrm rot="6611840">
              <a:off x="4329788" y="2823389"/>
              <a:ext cx="659086" cy="659086"/>
            </a:xfrm>
            <a:prstGeom prst="arc">
              <a:avLst>
                <a:gd name="adj1" fmla="val 13289230"/>
                <a:gd name="adj2" fmla="val 15413092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0" name="直接连接符 19"/>
            <p:cNvCxnSpPr/>
            <p:nvPr/>
          </p:nvCxnSpPr>
          <p:spPr>
            <a:xfrm>
              <a:off x="4423729" y="3186000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>
              <a:off x="5355263" y="3186000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接连接符 21"/>
            <p:cNvCxnSpPr/>
            <p:nvPr/>
          </p:nvCxnSpPr>
          <p:spPr>
            <a:xfrm>
              <a:off x="5712092" y="3186000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/>
            <p:cNvCxnSpPr/>
            <p:nvPr/>
          </p:nvCxnSpPr>
          <p:spPr>
            <a:xfrm flipH="1">
              <a:off x="4421612" y="3320121"/>
              <a:ext cx="93048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接箭头连接符 25"/>
            <p:cNvCxnSpPr/>
            <p:nvPr/>
          </p:nvCxnSpPr>
          <p:spPr>
            <a:xfrm flipH="1">
              <a:off x="5352092" y="3320121"/>
              <a:ext cx="360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/>
                <p:cNvSpPr txBox="1"/>
                <p:nvPr/>
              </p:nvSpPr>
              <p:spPr>
                <a:xfrm>
                  <a:off x="5599378" y="2830984"/>
                  <a:ext cx="259612" cy="3334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f>
                          <m:fPr>
                            <m:ctrlP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sz="800" b="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32" name="文本框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9378" y="2830984"/>
                  <a:ext cx="259612" cy="333425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文本框 32"/>
                <p:cNvSpPr txBox="1"/>
                <p:nvPr/>
              </p:nvSpPr>
              <p:spPr>
                <a:xfrm>
                  <a:off x="4780558" y="3320121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文本框 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0558" y="3320121"/>
                  <a:ext cx="259612" cy="215828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文本框 33"/>
                <p:cNvSpPr txBox="1"/>
                <p:nvPr/>
              </p:nvSpPr>
              <p:spPr>
                <a:xfrm>
                  <a:off x="5396998" y="3308581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文本框 3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6998" y="3308581"/>
                  <a:ext cx="259612" cy="215828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文本框 34"/>
                <p:cNvSpPr txBox="1"/>
                <p:nvPr/>
              </p:nvSpPr>
              <p:spPr>
                <a:xfrm>
                  <a:off x="4962675" y="2948581"/>
                  <a:ext cx="25961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5" name="文本框 3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62675" y="2948581"/>
                  <a:ext cx="259612" cy="21544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75" name="组合 74"/>
          <p:cNvGrpSpPr/>
          <p:nvPr/>
        </p:nvGrpSpPr>
        <p:grpSpPr>
          <a:xfrm>
            <a:off x="4748842" y="1549559"/>
            <a:ext cx="2168425" cy="1800000"/>
            <a:chOff x="4748842" y="1549559"/>
            <a:chExt cx="2168425" cy="1800000"/>
          </a:xfrm>
        </p:grpSpPr>
        <p:sp>
          <p:nvSpPr>
            <p:cNvPr id="41" name="椭圆 40"/>
            <p:cNvSpPr/>
            <p:nvPr/>
          </p:nvSpPr>
          <p:spPr>
            <a:xfrm>
              <a:off x="4988774" y="1549559"/>
              <a:ext cx="1800000" cy="180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2" name="椭圆 41"/>
            <p:cNvSpPr/>
            <p:nvPr/>
          </p:nvSpPr>
          <p:spPr>
            <a:xfrm>
              <a:off x="5003442" y="2089559"/>
              <a:ext cx="720000" cy="72000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3" name="直接连接符 42"/>
            <p:cNvCxnSpPr/>
            <p:nvPr/>
          </p:nvCxnSpPr>
          <p:spPr>
            <a:xfrm flipH="1">
              <a:off x="4748842" y="2449559"/>
              <a:ext cx="2168425" cy="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连接符 43"/>
            <p:cNvCxnSpPr/>
            <p:nvPr/>
          </p:nvCxnSpPr>
          <p:spPr>
            <a:xfrm flipH="1">
              <a:off x="5003442" y="1876742"/>
              <a:ext cx="1752958" cy="1144230"/>
            </a:xfrm>
            <a:prstGeom prst="line">
              <a:avLst/>
            </a:prstGeom>
            <a:ln w="25400">
              <a:solidFill>
                <a:schemeClr val="tx1"/>
              </a:solidFill>
              <a:prstDash val="lgDash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/>
            <p:nvPr/>
          </p:nvCxnSpPr>
          <p:spPr>
            <a:xfrm flipH="1" flipV="1">
              <a:off x="5361096" y="2462974"/>
              <a:ext cx="108954" cy="242067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弧形 45"/>
            <p:cNvSpPr/>
            <p:nvPr/>
          </p:nvSpPr>
          <p:spPr>
            <a:xfrm rot="6611840">
              <a:off x="5583957" y="2020834"/>
              <a:ext cx="659086" cy="659086"/>
            </a:xfrm>
            <a:prstGeom prst="arc">
              <a:avLst>
                <a:gd name="adj1" fmla="val 1603804"/>
                <a:gd name="adj2" fmla="val 3209826"/>
              </a:avLst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47" name="直接连接符 46"/>
            <p:cNvCxnSpPr/>
            <p:nvPr/>
          </p:nvCxnSpPr>
          <p:spPr>
            <a:xfrm>
              <a:off x="5888774" y="2154893"/>
              <a:ext cx="0" cy="288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连接符 47"/>
            <p:cNvCxnSpPr/>
            <p:nvPr/>
          </p:nvCxnSpPr>
          <p:spPr>
            <a:xfrm>
              <a:off x="4986219" y="2159992"/>
              <a:ext cx="0" cy="289567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接连接符 48"/>
            <p:cNvCxnSpPr/>
            <p:nvPr/>
          </p:nvCxnSpPr>
          <p:spPr>
            <a:xfrm>
              <a:off x="5402102" y="2319867"/>
              <a:ext cx="0" cy="123026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接箭头连接符 49"/>
            <p:cNvCxnSpPr/>
            <p:nvPr/>
          </p:nvCxnSpPr>
          <p:spPr>
            <a:xfrm flipH="1">
              <a:off x="5003442" y="2241743"/>
              <a:ext cx="887555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/>
            <p:cNvCxnSpPr/>
            <p:nvPr/>
          </p:nvCxnSpPr>
          <p:spPr>
            <a:xfrm flipH="1">
              <a:off x="5003442" y="2380610"/>
              <a:ext cx="39866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5106940" y="2442893"/>
                  <a:ext cx="259612" cy="33342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f>
                          <m:fPr>
                            <m:ctrlP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𝐷</m:t>
                                </m:r>
                              </m:e>
                              <m:sub>
                                <m:r>
                                  <a:rPr lang="en-US" altLang="zh-CN" sz="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r>
                              <a:rPr lang="en-US" altLang="zh-CN" sz="8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oMath>
                    </m:oMathPara>
                  </a14:m>
                  <a:endParaRPr lang="en-US" altLang="zh-CN" sz="800" b="0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6940" y="2442893"/>
                  <a:ext cx="259612" cy="333425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文本框 52"/>
                <p:cNvSpPr txBox="1"/>
                <p:nvPr/>
              </p:nvSpPr>
              <p:spPr>
                <a:xfrm>
                  <a:off x="5362050" y="2073860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3" name="文本框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2050" y="2073860"/>
                  <a:ext cx="259612" cy="215828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本框 53"/>
                <p:cNvSpPr txBox="1"/>
                <p:nvPr/>
              </p:nvSpPr>
              <p:spPr>
                <a:xfrm>
                  <a:off x="5078293" y="2211953"/>
                  <a:ext cx="259612" cy="215828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𝑟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4" name="文本框 5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78293" y="2211953"/>
                  <a:ext cx="259612" cy="215828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文本框 54"/>
                <p:cNvSpPr txBox="1"/>
                <p:nvPr/>
              </p:nvSpPr>
              <p:spPr>
                <a:xfrm>
                  <a:off x="5431250" y="2421641"/>
                  <a:ext cx="259612" cy="21544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m:rPr>
                            <m:sty m:val="p"/>
                          </m:rPr>
                          <a:rPr lang="en-US" altLang="zh-CN" sz="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oMath>
                    </m:oMathPara>
                  </a14:m>
                  <a:endParaRPr lang="en-US" altLang="zh-CN" sz="800" b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文本框 5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1250" y="2421641"/>
                  <a:ext cx="259612" cy="215444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3208655" cy="1325880"/>
          </a:xfrm>
        </p:spPr>
        <p:txBody>
          <a:bodyPr/>
          <a:lstStyle/>
          <a:p>
            <a:r>
              <a:rPr lang="zh-CN" altLang="en-US"/>
              <a:t>未放入</a:t>
            </a:r>
            <a:r>
              <a:rPr lang="en-US" altLang="zh-CN"/>
              <a:t>HTML</a:t>
            </a:r>
          </a:p>
        </p:txBody>
      </p:sp>
      <p:sp>
        <p:nvSpPr>
          <p:cNvPr id="4" name="圆柱形 3"/>
          <p:cNvSpPr/>
          <p:nvPr/>
        </p:nvSpPr>
        <p:spPr>
          <a:xfrm rot="16200000">
            <a:off x="5011237" y="4063227"/>
            <a:ext cx="252000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圆柱形 14"/>
          <p:cNvSpPr/>
          <p:nvPr/>
        </p:nvSpPr>
        <p:spPr>
          <a:xfrm rot="16200000">
            <a:off x="5457963" y="4063227"/>
            <a:ext cx="2519680" cy="36000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6" name="圆柱形 15"/>
          <p:cNvSpPr/>
          <p:nvPr/>
        </p:nvSpPr>
        <p:spPr>
          <a:xfrm rot="16200000">
            <a:off x="1886088" y="4063227"/>
            <a:ext cx="2519680" cy="36000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7" name="圆柱形 16"/>
          <p:cNvSpPr/>
          <p:nvPr/>
        </p:nvSpPr>
        <p:spPr>
          <a:xfrm rot="16200000">
            <a:off x="2332493" y="4063227"/>
            <a:ext cx="251968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8" name="圆柱形 17"/>
          <p:cNvSpPr/>
          <p:nvPr/>
        </p:nvSpPr>
        <p:spPr>
          <a:xfrm rot="16200000">
            <a:off x="2778898" y="4063227"/>
            <a:ext cx="2519680" cy="360000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19" name="圆柱形 18"/>
          <p:cNvSpPr/>
          <p:nvPr/>
        </p:nvSpPr>
        <p:spPr>
          <a:xfrm rot="16200000">
            <a:off x="3225303" y="4063227"/>
            <a:ext cx="251968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0" name="圆柱形 19"/>
          <p:cNvSpPr/>
          <p:nvPr/>
        </p:nvSpPr>
        <p:spPr>
          <a:xfrm rot="16200000">
            <a:off x="3671708" y="4063227"/>
            <a:ext cx="2519680" cy="360000"/>
          </a:xfrm>
          <a:prstGeom prst="can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1" name="圆柱形 20"/>
          <p:cNvSpPr/>
          <p:nvPr/>
        </p:nvSpPr>
        <p:spPr>
          <a:xfrm rot="16200000">
            <a:off x="4118113" y="4063227"/>
            <a:ext cx="2519680" cy="360000"/>
          </a:xfrm>
          <a:prstGeom prst="can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sp>
        <p:nvSpPr>
          <p:cNvPr id="22" name="圆柱形 21"/>
          <p:cNvSpPr/>
          <p:nvPr/>
        </p:nvSpPr>
        <p:spPr>
          <a:xfrm rot="16200000">
            <a:off x="4564518" y="4063227"/>
            <a:ext cx="2519680" cy="360000"/>
          </a:xfrm>
          <a:prstGeom prst="can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endParaRPr lang="zh-CN" altLang="en-US">
              <a:sym typeface="+mn-ea"/>
            </a:endParaRPr>
          </a:p>
        </p:txBody>
      </p:sp>
      <p:grpSp>
        <p:nvGrpSpPr>
          <p:cNvPr id="26" name="组合 25"/>
          <p:cNvGrpSpPr/>
          <p:nvPr/>
        </p:nvGrpSpPr>
        <p:grpSpPr>
          <a:xfrm>
            <a:off x="3188335" y="3059430"/>
            <a:ext cx="3569335" cy="2424430"/>
            <a:chOff x="4685" y="4818"/>
            <a:chExt cx="5621" cy="3818"/>
          </a:xfrm>
        </p:grpSpPr>
        <p:sp>
          <p:nvSpPr>
            <p:cNvPr id="24" name="弧形 23"/>
            <p:cNvSpPr/>
            <p:nvPr/>
          </p:nvSpPr>
          <p:spPr>
            <a:xfrm>
              <a:off x="4685" y="5028"/>
              <a:ext cx="2811" cy="3608"/>
            </a:xfrm>
            <a:prstGeom prst="arc">
              <a:avLst>
                <a:gd name="adj1" fmla="val 10727950"/>
                <a:gd name="adj2" fmla="val 14045"/>
              </a:avLst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zh-CN" altLang="en-US"/>
            </a:p>
          </p:txBody>
        </p:sp>
        <p:sp>
          <p:nvSpPr>
            <p:cNvPr id="25" name="弧形 24"/>
            <p:cNvSpPr/>
            <p:nvPr/>
          </p:nvSpPr>
          <p:spPr>
            <a:xfrm rot="10800000">
              <a:off x="7496" y="4818"/>
              <a:ext cx="2811" cy="3608"/>
            </a:xfrm>
            <a:prstGeom prst="arc">
              <a:avLst>
                <a:gd name="adj1" fmla="val 10707781"/>
                <a:gd name="adj2" fmla="val 14045"/>
              </a:avLst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/>
            <a:lstStyle/>
            <a:p>
              <a:endParaRPr lang="zh-CN" altLang="en-US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/>
          <p:cNvGrpSpPr/>
          <p:nvPr/>
        </p:nvGrpSpPr>
        <p:grpSpPr>
          <a:xfrm>
            <a:off x="5190822" y="2135646"/>
            <a:ext cx="1909101" cy="3663737"/>
            <a:chOff x="5190822" y="2135646"/>
            <a:chExt cx="1909101" cy="3663737"/>
          </a:xfrm>
        </p:grpSpPr>
        <p:cxnSp>
          <p:nvCxnSpPr>
            <p:cNvPr id="6" name="直接连接符 5"/>
            <p:cNvCxnSpPr/>
            <p:nvPr/>
          </p:nvCxnSpPr>
          <p:spPr>
            <a:xfrm>
              <a:off x="5557485" y="3099138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/>
            <p:cNvCxnSpPr/>
            <p:nvPr/>
          </p:nvCxnSpPr>
          <p:spPr>
            <a:xfrm>
              <a:off x="6635536" y="2379138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连接符 8"/>
            <p:cNvCxnSpPr/>
            <p:nvPr/>
          </p:nvCxnSpPr>
          <p:spPr>
            <a:xfrm flipV="1">
              <a:off x="5557485" y="4899138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接连接符 11"/>
            <p:cNvCxnSpPr/>
            <p:nvPr/>
          </p:nvCxnSpPr>
          <p:spPr>
            <a:xfrm flipV="1">
              <a:off x="5557485" y="2379138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/>
            <p:cNvCxnSpPr/>
            <p:nvPr/>
          </p:nvCxnSpPr>
          <p:spPr>
            <a:xfrm flipH="1" flipV="1">
              <a:off x="5202104" y="3018442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/>
            <p:cNvCxnSpPr/>
            <p:nvPr/>
          </p:nvCxnSpPr>
          <p:spPr>
            <a:xfrm flipH="1" flipV="1">
              <a:off x="6274514" y="2289138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/>
            <p:cNvCxnSpPr/>
            <p:nvPr/>
          </p:nvCxnSpPr>
          <p:spPr>
            <a:xfrm flipH="1" flipV="1">
              <a:off x="5190822" y="5510530"/>
              <a:ext cx="360000" cy="9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/>
            <p:cNvCxnSpPr/>
            <p:nvPr/>
          </p:nvCxnSpPr>
          <p:spPr>
            <a:xfrm>
              <a:off x="5202104" y="2990530"/>
              <a:ext cx="0" cy="25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 flipV="1">
              <a:off x="5193395" y="2298442"/>
              <a:ext cx="1079074" cy="72000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箭头连接符 24"/>
            <p:cNvCxnSpPr/>
            <p:nvPr/>
          </p:nvCxnSpPr>
          <p:spPr>
            <a:xfrm>
              <a:off x="6096000" y="4050030"/>
              <a:ext cx="992265" cy="265477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连接符 28"/>
            <p:cNvCxnSpPr/>
            <p:nvPr/>
          </p:nvCxnSpPr>
          <p:spPr>
            <a:xfrm>
              <a:off x="6096000" y="2135646"/>
              <a:ext cx="0" cy="3663737"/>
            </a:xfrm>
            <a:prstGeom prst="line">
              <a:avLst/>
            </a:prstGeom>
            <a:ln w="254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文本框 31"/>
                <p:cNvSpPr txBox="1"/>
                <p:nvPr/>
              </p:nvSpPr>
              <p:spPr>
                <a:xfrm>
                  <a:off x="6688228" y="3896459"/>
                  <a:ext cx="262059" cy="55399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𝐤</m:t>
                        </m:r>
                      </m:oMath>
                    </m:oMathPara>
                  </a14:m>
                  <a:endParaRPr lang="en-US" altLang="zh-CN" b="0" dirty="0"/>
                </a:p>
                <a:p>
                  <a:endParaRPr lang="zh-CN" altLang="en-US" dirty="0"/>
                </a:p>
              </p:txBody>
            </p:sp>
          </mc:Choice>
          <mc:Fallback xmlns="">
            <p:sp>
              <p:nvSpPr>
                <p:cNvPr id="32" name="文本框 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8228" y="3896459"/>
                  <a:ext cx="262059" cy="553998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3" name="文本框 32"/>
            <p:cNvSpPr txBox="1"/>
            <p:nvPr/>
          </p:nvSpPr>
          <p:spPr>
            <a:xfrm>
              <a:off x="6173197" y="5370864"/>
              <a:ext cx="92672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rgbClr val="FF0000"/>
                  </a:solidFill>
                  <a:latin typeface="楷体" panose="02010609060101010101" pitchFamily="49" charset="-122"/>
                  <a:ea typeface="楷体" panose="02010609060101010101" pitchFamily="49" charset="-122"/>
                </a:rPr>
                <a:t>光轴</a:t>
              </a:r>
              <a:endParaRPr lang="en-US" altLang="zh-CN" dirty="0">
                <a:solidFill>
                  <a:srgbClr val="FF0000"/>
                </a:solidFill>
                <a:latin typeface="楷体" panose="02010609060101010101" pitchFamily="49" charset="-122"/>
                <a:ea typeface="楷体" panose="02010609060101010101" pitchFamily="49" charset="-122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组合 30"/>
          <p:cNvGrpSpPr/>
          <p:nvPr/>
        </p:nvGrpSpPr>
        <p:grpSpPr>
          <a:xfrm>
            <a:off x="347659" y="216610"/>
            <a:ext cx="3783320" cy="3877000"/>
            <a:chOff x="3821151" y="1149420"/>
            <a:chExt cx="3783320" cy="3877000"/>
          </a:xfrm>
        </p:grpSpPr>
        <p:sp>
          <p:nvSpPr>
            <p:cNvPr id="30" name="矩形 29"/>
            <p:cNvSpPr/>
            <p:nvPr/>
          </p:nvSpPr>
          <p:spPr>
            <a:xfrm>
              <a:off x="3821151" y="2326416"/>
              <a:ext cx="3600000" cy="1800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3" name="直接箭头连接符 2"/>
            <p:cNvCxnSpPr/>
            <p:nvPr/>
          </p:nvCxnSpPr>
          <p:spPr>
            <a:xfrm>
              <a:off x="3821151" y="3226420"/>
              <a:ext cx="3600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接箭头连接符 3"/>
            <p:cNvCxnSpPr/>
            <p:nvPr/>
          </p:nvCxnSpPr>
          <p:spPr>
            <a:xfrm rot="16200000">
              <a:off x="3786760" y="3226420"/>
              <a:ext cx="3600000" cy="0"/>
            </a:xfrm>
            <a:prstGeom prst="straightConnector1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本框 4"/>
                <p:cNvSpPr txBox="1"/>
                <p:nvPr/>
              </p:nvSpPr>
              <p:spPr>
                <a:xfrm>
                  <a:off x="7421151" y="3087919"/>
                  <a:ext cx="18332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5" name="文本框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1151" y="3087919"/>
                  <a:ext cx="183320" cy="276999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/>
                <p:cNvSpPr txBox="1"/>
                <p:nvPr/>
              </p:nvSpPr>
              <p:spPr>
                <a:xfrm>
                  <a:off x="5493401" y="1149420"/>
                  <a:ext cx="18671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10" name="文本框 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93401" y="1149420"/>
                  <a:ext cx="186718" cy="276999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文本框 10"/>
                <p:cNvSpPr txBox="1"/>
                <p:nvPr/>
              </p:nvSpPr>
              <p:spPr>
                <a:xfrm>
                  <a:off x="5368624" y="3226418"/>
                  <a:ext cx="18139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11" name="文本框 1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8624" y="3226418"/>
                  <a:ext cx="181396" cy="276999"/>
                </a:xfrm>
                <a:prstGeom prst="rect">
                  <a:avLst/>
                </a:prstGeom>
                <a:blipFill rotWithShape="1">
                  <a:blip r:embed="rId4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直接连接符 13"/>
            <p:cNvCxnSpPr/>
            <p:nvPr/>
          </p:nvCxnSpPr>
          <p:spPr>
            <a:xfrm>
              <a:off x="3821151" y="2326418"/>
              <a:ext cx="360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/>
            <p:cNvCxnSpPr/>
            <p:nvPr/>
          </p:nvCxnSpPr>
          <p:spPr>
            <a:xfrm>
              <a:off x="3821151" y="4126422"/>
              <a:ext cx="3600000" cy="0"/>
            </a:xfrm>
            <a:prstGeom prst="line">
              <a:avLst/>
            </a:prstGeom>
            <a:ln w="254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文本框 21"/>
                <p:cNvSpPr txBox="1"/>
                <p:nvPr/>
              </p:nvSpPr>
              <p:spPr>
                <a:xfrm>
                  <a:off x="5381609" y="2049418"/>
                  <a:ext cx="18678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22" name="文本框 2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81609" y="2049418"/>
                  <a:ext cx="186781" cy="276999"/>
                </a:xfrm>
                <a:prstGeom prst="rect">
                  <a:avLst/>
                </a:prstGeom>
                <a:blipFill rotWithShape="1">
                  <a:blip r:embed="rId5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/>
                <p:cNvSpPr txBox="1"/>
                <p:nvPr/>
              </p:nvSpPr>
              <p:spPr>
                <a:xfrm>
                  <a:off x="5188671" y="4126422"/>
                  <a:ext cx="3599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23" name="文本框 2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88671" y="4126422"/>
                  <a:ext cx="359906" cy="276999"/>
                </a:xfrm>
                <a:prstGeom prst="rect">
                  <a:avLst/>
                </a:prstGeom>
                <a:blipFill rotWithShape="1">
                  <a:blip r:embed="rId6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文本框 23"/>
                <p:cNvSpPr txBox="1"/>
                <p:nvPr/>
              </p:nvSpPr>
              <p:spPr>
                <a:xfrm>
                  <a:off x="5949357" y="2672423"/>
                  <a:ext cx="28796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24" name="文本框 2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9357" y="2672423"/>
                  <a:ext cx="287963" cy="276999"/>
                </a:xfrm>
                <a:prstGeom prst="rect">
                  <a:avLst/>
                </a:prstGeom>
                <a:blipFill rotWithShape="1">
                  <a:blip r:embed="rId7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文本框 25"/>
                <p:cNvSpPr txBox="1"/>
                <p:nvPr/>
              </p:nvSpPr>
              <p:spPr>
                <a:xfrm>
                  <a:off x="5949357" y="1807167"/>
                  <a:ext cx="29328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26" name="文本框 2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9357" y="1807167"/>
                  <a:ext cx="293285" cy="276999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本框 27"/>
                <p:cNvSpPr txBox="1"/>
                <p:nvPr/>
              </p:nvSpPr>
              <p:spPr>
                <a:xfrm>
                  <a:off x="5949356" y="4403421"/>
                  <a:ext cx="29328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b>
                            <m:r>
                              <a:rPr lang="en-US" altLang="zh-CN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altLang="zh-CN" b="0" dirty="0"/>
                </a:p>
              </p:txBody>
            </p:sp>
          </mc:Choice>
          <mc:Fallback xmlns="">
            <p:sp>
              <p:nvSpPr>
                <p:cNvPr id="28" name="文本框 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9356" y="4403421"/>
                  <a:ext cx="293285" cy="276999"/>
                </a:xfrm>
                <a:prstGeom prst="rect">
                  <a:avLst/>
                </a:prstGeom>
                <a:blipFill rotWithShape="1">
                  <a:blip r:embed="rId8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2" name="组合 81">
            <a:extLst>
              <a:ext uri="{FF2B5EF4-FFF2-40B4-BE49-F238E27FC236}">
                <a16:creationId xmlns:a16="http://schemas.microsoft.com/office/drawing/2014/main" id="{E808CD6E-8D7E-54AA-F11A-33A132742BAD}"/>
              </a:ext>
            </a:extLst>
          </p:cNvPr>
          <p:cNvGrpSpPr/>
          <p:nvPr/>
        </p:nvGrpSpPr>
        <p:grpSpPr>
          <a:xfrm>
            <a:off x="5720715" y="2349666"/>
            <a:ext cx="2702560" cy="1637391"/>
            <a:chOff x="5720715" y="2349666"/>
            <a:chExt cx="2702560" cy="1637391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895964A3-D49E-E97F-FFE0-5BA3774A727C}"/>
                </a:ext>
              </a:extLst>
            </p:cNvPr>
            <p:cNvSpPr/>
            <p:nvPr/>
          </p:nvSpPr>
          <p:spPr>
            <a:xfrm>
              <a:off x="6054510" y="2835254"/>
              <a:ext cx="360000" cy="108000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5FBEE326-F31B-3318-1327-CF9824D47ABF}"/>
                </a:ext>
              </a:extLst>
            </p:cNvPr>
            <p:cNvCxnSpPr>
              <a:stCxn id="2" idx="0"/>
            </p:cNvCxnSpPr>
            <p:nvPr/>
          </p:nvCxnSpPr>
          <p:spPr>
            <a:xfrm>
              <a:off x="6234509" y="2835254"/>
              <a:ext cx="1800000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EA1A56CC-E2CF-5E5F-A432-51DCFC8C145F}"/>
                </a:ext>
              </a:extLst>
            </p:cNvPr>
            <p:cNvCxnSpPr>
              <a:cxnSpLocks/>
            </p:cNvCxnSpPr>
            <p:nvPr/>
          </p:nvCxnSpPr>
          <p:spPr>
            <a:xfrm>
              <a:off x="5873750" y="3375254"/>
              <a:ext cx="2549525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接连接符 26">
              <a:extLst>
                <a:ext uri="{FF2B5EF4-FFF2-40B4-BE49-F238E27FC236}">
                  <a16:creationId xmlns:a16="http://schemas.microsoft.com/office/drawing/2014/main" id="{98C76084-7711-BA7E-F350-6517B0B57334}"/>
                </a:ext>
              </a:extLst>
            </p:cNvPr>
            <p:cNvCxnSpPr>
              <a:stCxn id="2" idx="0"/>
              <a:endCxn id="2" idx="4"/>
            </p:cNvCxnSpPr>
            <p:nvPr/>
          </p:nvCxnSpPr>
          <p:spPr>
            <a:xfrm>
              <a:off x="6234510" y="2835254"/>
              <a:ext cx="0" cy="10800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接箭头连接符 31">
              <a:extLst>
                <a:ext uri="{FF2B5EF4-FFF2-40B4-BE49-F238E27FC236}">
                  <a16:creationId xmlns:a16="http://schemas.microsoft.com/office/drawing/2014/main" id="{6E38D979-0822-E36C-C313-629D75312E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0335" y="3375254"/>
              <a:ext cx="334174" cy="532528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00C7D843-15AD-9354-D52F-61ED1A0E010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4511" y="2835253"/>
              <a:ext cx="671114" cy="537935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弧形 39">
              <a:extLst>
                <a:ext uri="{FF2B5EF4-FFF2-40B4-BE49-F238E27FC236}">
                  <a16:creationId xmlns:a16="http://schemas.microsoft.com/office/drawing/2014/main" id="{2E4DF5B1-C45E-BF60-E1F8-B4002C900CC2}"/>
                </a:ext>
              </a:extLst>
            </p:cNvPr>
            <p:cNvSpPr/>
            <p:nvPr/>
          </p:nvSpPr>
          <p:spPr>
            <a:xfrm>
              <a:off x="6054510" y="2922825"/>
              <a:ext cx="666263" cy="666263"/>
            </a:xfrm>
            <a:prstGeom prst="arc">
              <a:avLst>
                <a:gd name="adj1" fmla="val 8055764"/>
                <a:gd name="adj2" fmla="val 9480252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6CE3D51E-6B73-30D2-B268-C115C3FAF91C}"/>
                    </a:ext>
                  </a:extLst>
                </p:cNvPr>
                <p:cNvSpPr txBox="1"/>
                <p:nvPr/>
              </p:nvSpPr>
              <p:spPr>
                <a:xfrm>
                  <a:off x="5720715" y="3384450"/>
                  <a:ext cx="323037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m:rPr>
                                <m:sty m:val="p"/>
                              </m:r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sub>
                        </m:sSub>
                      </m:oMath>
                    </m:oMathPara>
                  </a14:m>
                  <a:endParaRPr lang="en-US" altLang="zh-CN" sz="10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42" name="文本框 41">
                  <a:extLst>
                    <a:ext uri="{FF2B5EF4-FFF2-40B4-BE49-F238E27FC236}">
                      <a16:creationId xmlns:a16="http://schemas.microsoft.com/office/drawing/2014/main" id="{6CE3D51E-6B73-30D2-B268-C115C3FAF9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20715" y="3384450"/>
                  <a:ext cx="323037" cy="153888"/>
                </a:xfrm>
                <a:prstGeom prst="rect">
                  <a:avLst/>
                </a:prstGeom>
                <a:blipFill>
                  <a:blip r:embed="rId9"/>
                  <a:stretch>
                    <a:fillRect l="-7547" r="-3774" b="-20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5299FAA4-83A8-0E80-D150-04822DECCF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78847" y="3370766"/>
              <a:ext cx="255661" cy="616291"/>
            </a:xfrm>
            <a:prstGeom prst="straightConnector1">
              <a:avLst/>
            </a:prstGeom>
            <a:ln>
              <a:solidFill>
                <a:srgbClr val="FF0000"/>
              </a:solidFill>
              <a:tailEnd type="stealth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47835013-7C37-64FE-1866-6AE19E7EFF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4508" y="2835253"/>
              <a:ext cx="360003" cy="547130"/>
            </a:xfrm>
            <a:prstGeom prst="straightConnector1">
              <a:avLst/>
            </a:prstGeom>
            <a:ln>
              <a:solidFill>
                <a:srgbClr val="FF0000"/>
              </a:solidFill>
              <a:tailEnd type="stealth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F96ACDAE-9087-5A68-213B-A2DA805541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90118" y="2570607"/>
              <a:ext cx="111648" cy="269136"/>
            </a:xfrm>
            <a:prstGeom prst="straightConnector1">
              <a:avLst/>
            </a:prstGeom>
            <a:ln>
              <a:solidFill>
                <a:srgbClr val="FF0000"/>
              </a:solidFill>
              <a:tailEnd type="stealth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54" name="直接箭头连接符 53">
              <a:extLst>
                <a:ext uri="{FF2B5EF4-FFF2-40B4-BE49-F238E27FC236}">
                  <a16:creationId xmlns:a16="http://schemas.microsoft.com/office/drawing/2014/main" id="{6273FD85-2A73-59EA-782B-1BD62CB03627}"/>
                </a:ext>
              </a:extLst>
            </p:cNvPr>
            <p:cNvCxnSpPr>
              <a:cxnSpLocks/>
            </p:cNvCxnSpPr>
            <p:nvPr/>
          </p:nvCxnSpPr>
          <p:spPr>
            <a:xfrm>
              <a:off x="6896381" y="2839743"/>
              <a:ext cx="992519" cy="72578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弧形 62">
              <a:extLst>
                <a:ext uri="{FF2B5EF4-FFF2-40B4-BE49-F238E27FC236}">
                  <a16:creationId xmlns:a16="http://schemas.microsoft.com/office/drawing/2014/main" id="{211D3C25-4913-E928-8669-57319CB21790}"/>
                </a:ext>
              </a:extLst>
            </p:cNvPr>
            <p:cNvSpPr/>
            <p:nvPr/>
          </p:nvSpPr>
          <p:spPr>
            <a:xfrm>
              <a:off x="6383248" y="2465071"/>
              <a:ext cx="666263" cy="666263"/>
            </a:xfrm>
            <a:prstGeom prst="arc">
              <a:avLst>
                <a:gd name="adj1" fmla="val 438986"/>
                <a:gd name="adj2" fmla="val 1454179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D18C026E-56E2-BF3C-1E88-4001802C12EF}"/>
                    </a:ext>
                  </a:extLst>
                </p:cNvPr>
                <p:cNvSpPr txBox="1"/>
                <p:nvPr/>
              </p:nvSpPr>
              <p:spPr>
                <a:xfrm>
                  <a:off x="7112495" y="2835253"/>
                  <a:ext cx="15055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>
            <p:sp>
              <p:nvSpPr>
                <p:cNvPr id="64" name="文本框 63">
                  <a:extLst>
                    <a:ext uri="{FF2B5EF4-FFF2-40B4-BE49-F238E27FC236}">
                      <a16:creationId xmlns:a16="http://schemas.microsoft.com/office/drawing/2014/main" id="{D18C026E-56E2-BF3C-1E88-4001802C12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12495" y="2835253"/>
                  <a:ext cx="150554" cy="153888"/>
                </a:xfrm>
                <a:prstGeom prst="rect">
                  <a:avLst/>
                </a:prstGeom>
                <a:blipFill>
                  <a:blip r:embed="rId10"/>
                  <a:stretch>
                    <a:fillRect l="-25000" r="-4167" b="-1200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6" name="弧形 65">
              <a:extLst>
                <a:ext uri="{FF2B5EF4-FFF2-40B4-BE49-F238E27FC236}">
                  <a16:creationId xmlns:a16="http://schemas.microsoft.com/office/drawing/2014/main" id="{0ECE25DC-11FF-F26F-1BE9-AD426E9BEE35}"/>
                </a:ext>
              </a:extLst>
            </p:cNvPr>
            <p:cNvSpPr/>
            <p:nvPr/>
          </p:nvSpPr>
          <p:spPr>
            <a:xfrm>
              <a:off x="5832342" y="3056723"/>
              <a:ext cx="666263" cy="666263"/>
            </a:xfrm>
            <a:prstGeom prst="arc">
              <a:avLst>
                <a:gd name="adj1" fmla="val 19632627"/>
                <a:gd name="adj2" fmla="val 21546465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1C2CB72C-4E77-DE88-4222-72B7ED5A2B8F}"/>
                    </a:ext>
                  </a:extLst>
                </p:cNvPr>
                <p:cNvSpPr txBox="1"/>
                <p:nvPr/>
              </p:nvSpPr>
              <p:spPr>
                <a:xfrm>
                  <a:off x="6528049" y="3179012"/>
                  <a:ext cx="150554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b>
                        </m:sSub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>
            <p:sp>
              <p:nvSpPr>
                <p:cNvPr id="69" name="文本框 68">
                  <a:extLst>
                    <a:ext uri="{FF2B5EF4-FFF2-40B4-BE49-F238E27FC236}">
                      <a16:creationId xmlns:a16="http://schemas.microsoft.com/office/drawing/2014/main" id="{1C2CB72C-4E77-DE88-4222-72B7ED5A2B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8049" y="3179012"/>
                  <a:ext cx="150554" cy="153888"/>
                </a:xfrm>
                <a:prstGeom prst="rect">
                  <a:avLst/>
                </a:prstGeom>
                <a:blipFill>
                  <a:blip r:embed="rId11"/>
                  <a:stretch>
                    <a:fillRect l="-24000" b="-769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直接连接符 71">
              <a:extLst>
                <a:ext uri="{FF2B5EF4-FFF2-40B4-BE49-F238E27FC236}">
                  <a16:creationId xmlns:a16="http://schemas.microsoft.com/office/drawing/2014/main" id="{0EEB7617-F57C-6C48-3CC5-B08F270712C9}"/>
                </a:ext>
              </a:extLst>
            </p:cNvPr>
            <p:cNvCxnSpPr>
              <a:stCxn id="2" idx="4"/>
            </p:cNvCxnSpPr>
            <p:nvPr/>
          </p:nvCxnSpPr>
          <p:spPr>
            <a:xfrm>
              <a:off x="6234510" y="3915254"/>
              <a:ext cx="1799999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接连接符 74">
              <a:extLst>
                <a:ext uri="{FF2B5EF4-FFF2-40B4-BE49-F238E27FC236}">
                  <a16:creationId xmlns:a16="http://schemas.microsoft.com/office/drawing/2014/main" id="{5329C86B-8254-EE79-E949-0D87C47ECE52}"/>
                </a:ext>
              </a:extLst>
            </p:cNvPr>
            <p:cNvCxnSpPr/>
            <p:nvPr/>
          </p:nvCxnSpPr>
          <p:spPr>
            <a:xfrm>
              <a:off x="6902450" y="2771334"/>
              <a:ext cx="0" cy="36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弧形 78">
              <a:extLst>
                <a:ext uri="{FF2B5EF4-FFF2-40B4-BE49-F238E27FC236}">
                  <a16:creationId xmlns:a16="http://schemas.microsoft.com/office/drawing/2014/main" id="{7E24C2B1-7A56-A72C-3467-4B3D2376D924}"/>
                </a:ext>
              </a:extLst>
            </p:cNvPr>
            <p:cNvSpPr/>
            <p:nvPr/>
          </p:nvSpPr>
          <p:spPr>
            <a:xfrm>
              <a:off x="6603326" y="2349666"/>
              <a:ext cx="666263" cy="666263"/>
            </a:xfrm>
            <a:prstGeom prst="arc">
              <a:avLst>
                <a:gd name="adj1" fmla="val 5773880"/>
                <a:gd name="adj2" fmla="val 7475108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D211C523-B3F4-0B04-AB1E-1790F285964F}"/>
                    </a:ext>
                  </a:extLst>
                </p:cNvPr>
                <p:cNvSpPr txBox="1"/>
                <p:nvPr/>
              </p:nvSpPr>
              <p:spPr>
                <a:xfrm>
                  <a:off x="6718948" y="3013347"/>
                  <a:ext cx="151452" cy="15388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altLang="zh-CN" sz="10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oMath>
                    </m:oMathPara>
                  </a14:m>
                  <a:endParaRPr lang="en-US" altLang="zh-CN" sz="1000" b="0" dirty="0"/>
                </a:p>
              </p:txBody>
            </p:sp>
          </mc:Choice>
          <mc:Fallback>
            <p:sp>
              <p:nvSpPr>
                <p:cNvPr id="80" name="文本框 79">
                  <a:extLst>
                    <a:ext uri="{FF2B5EF4-FFF2-40B4-BE49-F238E27FC236}">
                      <a16:creationId xmlns:a16="http://schemas.microsoft.com/office/drawing/2014/main" id="{D211C523-B3F4-0B04-AB1E-1790F28596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8948" y="3013347"/>
                  <a:ext cx="151452" cy="153888"/>
                </a:xfrm>
                <a:prstGeom prst="rect">
                  <a:avLst/>
                </a:prstGeom>
                <a:blipFill>
                  <a:blip r:embed="rId12"/>
                  <a:stretch>
                    <a:fillRect l="-20000" b="-7692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WNkOTg5MjZlZjEzNTdlYjk5YTg3ZTczZTZlMGJkOGMifQ==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254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62</Words>
  <Application>Microsoft Office PowerPoint</Application>
  <PresentationFormat>宽屏</PresentationFormat>
  <Paragraphs>49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18" baseType="lpstr">
      <vt:lpstr>楷体</vt:lpstr>
      <vt:lpstr>Arial</vt:lpstr>
      <vt:lpstr>Calibri</vt:lpstr>
      <vt:lpstr>Cambria Math</vt:lpstr>
      <vt:lpstr>Times New Roman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未放入HTML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喻锦鹏</dc:creator>
  <cp:lastModifiedBy>Ash Fish</cp:lastModifiedBy>
  <cp:revision>43</cp:revision>
  <dcterms:created xsi:type="dcterms:W3CDTF">2023-08-09T12:44:00Z</dcterms:created>
  <dcterms:modified xsi:type="dcterms:W3CDTF">2026-09-29T16:12:29Z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3B0086CAF875411CACBDA13AB9801EF4_13</vt:lpwstr>
  </property>
  <property fmtid="{D5CDD505-2E9C-101B-9397-08002B2CF9AE}" pid="3" name="KSOProductBuildVer">
    <vt:lpwstr>2052-12.1.0.28505</vt:lpwstr>
  </property>
</Properties>
</file>