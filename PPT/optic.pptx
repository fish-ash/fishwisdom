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custDataLst>
    <p:tags r:id="rId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92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2024-06-16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2024-06-16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2024-06-16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2024-06-16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2024-06-16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2024-06-16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2024-06-16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2024-06-16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2024-06-16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2024-06-16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2024-06-16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2024-06-16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B24BA897-0641-7FE2-4D98-E6A8E3C32D8B}"/>
              </a:ext>
            </a:extLst>
          </p:cNvPr>
          <p:cNvCxnSpPr/>
          <p:nvPr/>
        </p:nvCxnSpPr>
        <p:spPr>
          <a:xfrm>
            <a:off x="1486773" y="3217850"/>
            <a:ext cx="265943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9727CD76-DD28-F0A9-763A-54C20CCDBF41}"/>
              </a:ext>
            </a:extLst>
          </p:cNvPr>
          <p:cNvCxnSpPr>
            <a:cxnSpLocks/>
          </p:cNvCxnSpPr>
          <p:nvPr/>
        </p:nvCxnSpPr>
        <p:spPr>
          <a:xfrm>
            <a:off x="2795452" y="2002971"/>
            <a:ext cx="0" cy="2360023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8BFA0588-DD63-42F0-B756-E09D398162D6}"/>
              </a:ext>
            </a:extLst>
          </p:cNvPr>
          <p:cNvCxnSpPr/>
          <p:nvPr/>
        </p:nvCxnSpPr>
        <p:spPr>
          <a:xfrm flipH="1">
            <a:off x="1486773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B4C96AAC-BCBE-DB8D-5F98-37F52C594AE6}"/>
              </a:ext>
            </a:extLst>
          </p:cNvPr>
          <p:cNvCxnSpPr/>
          <p:nvPr/>
        </p:nvCxnSpPr>
        <p:spPr>
          <a:xfrm flipH="1">
            <a:off x="1928537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782F9C0C-D5C2-A985-B26C-0F202B65704D}"/>
              </a:ext>
            </a:extLst>
          </p:cNvPr>
          <p:cNvCxnSpPr/>
          <p:nvPr/>
        </p:nvCxnSpPr>
        <p:spPr>
          <a:xfrm flipH="1">
            <a:off x="2370301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4104C45A-67FE-D7CF-5CAD-432E698EACE3}"/>
              </a:ext>
            </a:extLst>
          </p:cNvPr>
          <p:cNvCxnSpPr/>
          <p:nvPr/>
        </p:nvCxnSpPr>
        <p:spPr>
          <a:xfrm flipH="1">
            <a:off x="2812065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926B83E7-95A0-A918-E228-4136AE541340}"/>
              </a:ext>
            </a:extLst>
          </p:cNvPr>
          <p:cNvCxnSpPr/>
          <p:nvPr/>
        </p:nvCxnSpPr>
        <p:spPr>
          <a:xfrm flipH="1">
            <a:off x="3253829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CA4B7145-8054-72ED-FE82-3C915CD224DF}"/>
              </a:ext>
            </a:extLst>
          </p:cNvPr>
          <p:cNvCxnSpPr/>
          <p:nvPr/>
        </p:nvCxnSpPr>
        <p:spPr>
          <a:xfrm flipH="1">
            <a:off x="3695595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9B93A26C-F174-5BEC-AD41-AEB0B82C9AA7}"/>
              </a:ext>
            </a:extLst>
          </p:cNvPr>
          <p:cNvCxnSpPr>
            <a:cxnSpLocks/>
          </p:cNvCxnSpPr>
          <p:nvPr/>
        </p:nvCxnSpPr>
        <p:spPr>
          <a:xfrm>
            <a:off x="1676400" y="2273300"/>
            <a:ext cx="1119052" cy="94455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F3625A4D-FC5E-D0F1-D633-A45E62BC7027}"/>
              </a:ext>
            </a:extLst>
          </p:cNvPr>
          <p:cNvCxnSpPr>
            <a:cxnSpLocks/>
          </p:cNvCxnSpPr>
          <p:nvPr/>
        </p:nvCxnSpPr>
        <p:spPr>
          <a:xfrm flipV="1">
            <a:off x="5837071" y="2170894"/>
            <a:ext cx="1277015" cy="1012283"/>
          </a:xfrm>
          <a:prstGeom prst="straightConnector1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23DF81D1-9BFA-E58F-788D-F9E9905427F7}"/>
              </a:ext>
            </a:extLst>
          </p:cNvPr>
          <p:cNvCxnSpPr/>
          <p:nvPr/>
        </p:nvCxnSpPr>
        <p:spPr>
          <a:xfrm>
            <a:off x="4533331" y="3207820"/>
            <a:ext cx="265943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>
            <a:extLst>
              <a:ext uri="{FF2B5EF4-FFF2-40B4-BE49-F238E27FC236}">
                <a16:creationId xmlns:a16="http://schemas.microsoft.com/office/drawing/2014/main" id="{57080073-5B2F-3EB9-0587-A5FB0D1B7D34}"/>
              </a:ext>
            </a:extLst>
          </p:cNvPr>
          <p:cNvCxnSpPr>
            <a:cxnSpLocks/>
          </p:cNvCxnSpPr>
          <p:nvPr/>
        </p:nvCxnSpPr>
        <p:spPr>
          <a:xfrm>
            <a:off x="4722958" y="2263270"/>
            <a:ext cx="1119052" cy="94455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24BA897-0641-7FE2-4D98-E6A8E3C32D8B}"/>
              </a:ext>
            </a:extLst>
          </p:cNvPr>
          <p:cNvCxnSpPr/>
          <p:nvPr/>
        </p:nvCxnSpPr>
        <p:spPr>
          <a:xfrm rot="860945">
            <a:off x="4524690" y="3206732"/>
            <a:ext cx="2659438" cy="0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9727CD76-DD28-F0A9-763A-54C20CCDBF41}"/>
              </a:ext>
            </a:extLst>
          </p:cNvPr>
          <p:cNvCxnSpPr>
            <a:cxnSpLocks/>
          </p:cNvCxnSpPr>
          <p:nvPr/>
        </p:nvCxnSpPr>
        <p:spPr>
          <a:xfrm rot="860945">
            <a:off x="5842666" y="1987727"/>
            <a:ext cx="0" cy="2360023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8BFA0588-DD63-42F0-B756-E09D398162D6}"/>
              </a:ext>
            </a:extLst>
          </p:cNvPr>
          <p:cNvCxnSpPr/>
          <p:nvPr/>
        </p:nvCxnSpPr>
        <p:spPr>
          <a:xfrm rot="860945" flipH="1">
            <a:off x="4544122" y="2908698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B4C96AAC-BCBE-DB8D-5F98-37F52C594AE6}"/>
              </a:ext>
            </a:extLst>
          </p:cNvPr>
          <p:cNvCxnSpPr/>
          <p:nvPr/>
        </p:nvCxnSpPr>
        <p:spPr>
          <a:xfrm rot="860945" flipH="1">
            <a:off x="4972105" y="3018180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782F9C0C-D5C2-A985-B26C-0F202B65704D}"/>
              </a:ext>
            </a:extLst>
          </p:cNvPr>
          <p:cNvCxnSpPr/>
          <p:nvPr/>
        </p:nvCxnSpPr>
        <p:spPr>
          <a:xfrm rot="860945" flipH="1">
            <a:off x="5400088" y="3127661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4104C45A-67FE-D7CF-5CAD-432E698EACE3}"/>
              </a:ext>
            </a:extLst>
          </p:cNvPr>
          <p:cNvCxnSpPr/>
          <p:nvPr/>
        </p:nvCxnSpPr>
        <p:spPr>
          <a:xfrm rot="860945" flipH="1">
            <a:off x="5828070" y="3237143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926B83E7-95A0-A918-E228-4136AE541340}"/>
              </a:ext>
            </a:extLst>
          </p:cNvPr>
          <p:cNvCxnSpPr/>
          <p:nvPr/>
        </p:nvCxnSpPr>
        <p:spPr>
          <a:xfrm rot="860945" flipH="1">
            <a:off x="6256053" y="3346625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CA4B7145-8054-72ED-FE82-3C915CD224DF}"/>
              </a:ext>
            </a:extLst>
          </p:cNvPr>
          <p:cNvCxnSpPr/>
          <p:nvPr/>
        </p:nvCxnSpPr>
        <p:spPr>
          <a:xfrm rot="860945" flipH="1">
            <a:off x="6684037" y="3456108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>
            <a:extLst>
              <a:ext uri="{FF2B5EF4-FFF2-40B4-BE49-F238E27FC236}">
                <a16:creationId xmlns:a16="http://schemas.microsoft.com/office/drawing/2014/main" id="{9B93A26C-F174-5BEC-AD41-AEB0B82C9AA7}"/>
              </a:ext>
            </a:extLst>
          </p:cNvPr>
          <p:cNvCxnSpPr>
            <a:cxnSpLocks/>
          </p:cNvCxnSpPr>
          <p:nvPr/>
        </p:nvCxnSpPr>
        <p:spPr>
          <a:xfrm rot="860945">
            <a:off x="4849472" y="2133034"/>
            <a:ext cx="1119052" cy="944550"/>
          </a:xfrm>
          <a:prstGeom prst="straightConnector1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>
            <a:extLst>
              <a:ext uri="{FF2B5EF4-FFF2-40B4-BE49-F238E27FC236}">
                <a16:creationId xmlns:a16="http://schemas.microsoft.com/office/drawing/2014/main" id="{F3625A4D-FC5E-D0F1-D633-A45E62BC7027}"/>
              </a:ext>
            </a:extLst>
          </p:cNvPr>
          <p:cNvCxnSpPr>
            <a:cxnSpLocks/>
          </p:cNvCxnSpPr>
          <p:nvPr/>
        </p:nvCxnSpPr>
        <p:spPr>
          <a:xfrm rot="860945" flipV="1">
            <a:off x="5939543" y="2363265"/>
            <a:ext cx="1277015" cy="1012283"/>
          </a:xfrm>
          <a:prstGeom prst="straightConnector1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弧形 79">
            <a:extLst>
              <a:ext uri="{FF2B5EF4-FFF2-40B4-BE49-F238E27FC236}">
                <a16:creationId xmlns:a16="http://schemas.microsoft.com/office/drawing/2014/main" id="{2BF12983-74F6-4A64-055B-371E31A4D621}"/>
              </a:ext>
            </a:extLst>
          </p:cNvPr>
          <p:cNvSpPr/>
          <p:nvPr/>
        </p:nvSpPr>
        <p:spPr>
          <a:xfrm>
            <a:off x="5305163" y="2810786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弧形 81">
            <a:extLst>
              <a:ext uri="{FF2B5EF4-FFF2-40B4-BE49-F238E27FC236}">
                <a16:creationId xmlns:a16="http://schemas.microsoft.com/office/drawing/2014/main" id="{00DA0B8B-7032-41FF-7115-60B17B2AF922}"/>
              </a:ext>
            </a:extLst>
          </p:cNvPr>
          <p:cNvSpPr/>
          <p:nvPr/>
        </p:nvSpPr>
        <p:spPr>
          <a:xfrm rot="3269153">
            <a:off x="5296305" y="2720398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5D43C72D-3E0D-13E2-10EF-B84C30302719}"/>
                  </a:ext>
                </a:extLst>
              </p:cNvPr>
              <p:cNvSpPr txBox="1"/>
              <p:nvPr/>
            </p:nvSpPr>
            <p:spPr>
              <a:xfrm>
                <a:off x="5126934" y="3217850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5D43C72D-3E0D-13E2-10EF-B84C303027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6934" y="3217850"/>
                <a:ext cx="276657" cy="369332"/>
              </a:xfrm>
              <a:prstGeom prst="rect">
                <a:avLst/>
              </a:prstGeom>
              <a:blipFill>
                <a:blip r:embed="rId2"/>
                <a:stretch>
                  <a:fillRect r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20B6851D-F33A-8FC1-9675-BF5DAB1DD7F5}"/>
                  </a:ext>
                </a:extLst>
              </p:cNvPr>
              <p:cNvSpPr txBox="1"/>
              <p:nvPr/>
            </p:nvSpPr>
            <p:spPr>
              <a:xfrm>
                <a:off x="5147214" y="2441454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4" name="文本框 83">
                <a:extLst>
                  <a:ext uri="{FF2B5EF4-FFF2-40B4-BE49-F238E27FC236}">
                    <a16:creationId xmlns:a16="http://schemas.microsoft.com/office/drawing/2014/main" id="{20B6851D-F33A-8FC1-9675-BF5DAB1DD7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214" y="2441454"/>
                <a:ext cx="276657" cy="369332"/>
              </a:xfrm>
              <a:prstGeom prst="rect">
                <a:avLst/>
              </a:prstGeom>
              <a:blipFill>
                <a:blip r:embed="rId3"/>
                <a:stretch>
                  <a:fillRect r="-869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04F60D39-26A4-9FA4-689F-BC524A13644F}"/>
              </a:ext>
            </a:extLst>
          </p:cNvPr>
          <p:cNvCxnSpPr/>
          <p:nvPr/>
        </p:nvCxnSpPr>
        <p:spPr>
          <a:xfrm flipV="1">
            <a:off x="5834025" y="2877189"/>
            <a:ext cx="1665998" cy="334969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>
            <a:extLst>
              <a:ext uri="{FF2B5EF4-FFF2-40B4-BE49-F238E27FC236}">
                <a16:creationId xmlns:a16="http://schemas.microsoft.com/office/drawing/2014/main" id="{45A1E8FD-472B-A47D-7F68-147BD4805543}"/>
              </a:ext>
            </a:extLst>
          </p:cNvPr>
          <p:cNvCxnSpPr>
            <a:cxnSpLocks/>
          </p:cNvCxnSpPr>
          <p:nvPr/>
        </p:nvCxnSpPr>
        <p:spPr>
          <a:xfrm>
            <a:off x="5833516" y="1938155"/>
            <a:ext cx="0" cy="2360023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>
            <a:extLst>
              <a:ext uri="{FF2B5EF4-FFF2-40B4-BE49-F238E27FC236}">
                <a16:creationId xmlns:a16="http://schemas.microsoft.com/office/drawing/2014/main" id="{C90F81C6-D317-3730-2707-33E8FE36C6E2}"/>
              </a:ext>
            </a:extLst>
          </p:cNvPr>
          <p:cNvCxnSpPr>
            <a:cxnSpLocks/>
          </p:cNvCxnSpPr>
          <p:nvPr/>
        </p:nvCxnSpPr>
        <p:spPr>
          <a:xfrm flipV="1">
            <a:off x="2795452" y="2205567"/>
            <a:ext cx="1277015" cy="1012283"/>
          </a:xfrm>
          <a:prstGeom prst="straightConnector1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弧形 90">
            <a:extLst>
              <a:ext uri="{FF2B5EF4-FFF2-40B4-BE49-F238E27FC236}">
                <a16:creationId xmlns:a16="http://schemas.microsoft.com/office/drawing/2014/main" id="{CA4FF2C4-91BB-38DC-DD4E-A7A4B46DF252}"/>
              </a:ext>
            </a:extLst>
          </p:cNvPr>
          <p:cNvSpPr/>
          <p:nvPr/>
        </p:nvSpPr>
        <p:spPr>
          <a:xfrm rot="2086334">
            <a:off x="2423602" y="2717433"/>
            <a:ext cx="659086" cy="659086"/>
          </a:xfrm>
          <a:prstGeom prst="arc">
            <a:avLst>
              <a:gd name="adj1" fmla="val 9996508"/>
              <a:gd name="adj2" fmla="val 14274101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298EB55C-A027-5B5C-4229-DBAB9BA937A4}"/>
                  </a:ext>
                </a:extLst>
              </p:cNvPr>
              <p:cNvSpPr txBox="1"/>
              <p:nvPr/>
            </p:nvSpPr>
            <p:spPr>
              <a:xfrm>
                <a:off x="2296561" y="2443734"/>
                <a:ext cx="4835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α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2" name="文本框 91">
                <a:extLst>
                  <a:ext uri="{FF2B5EF4-FFF2-40B4-BE49-F238E27FC236}">
                    <a16:creationId xmlns:a16="http://schemas.microsoft.com/office/drawing/2014/main" id="{298EB55C-A027-5B5C-4229-DBAB9BA93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6561" y="2443734"/>
                <a:ext cx="48353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弧形 92">
            <a:extLst>
              <a:ext uri="{FF2B5EF4-FFF2-40B4-BE49-F238E27FC236}">
                <a16:creationId xmlns:a16="http://schemas.microsoft.com/office/drawing/2014/main" id="{5E24BD55-DE99-8CE6-4BAF-F5A8E8B1307F}"/>
              </a:ext>
            </a:extLst>
          </p:cNvPr>
          <p:cNvSpPr/>
          <p:nvPr/>
        </p:nvSpPr>
        <p:spPr>
          <a:xfrm rot="6611840">
            <a:off x="5454502" y="2671686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本框 93">
                <a:extLst>
                  <a:ext uri="{FF2B5EF4-FFF2-40B4-BE49-F238E27FC236}">
                    <a16:creationId xmlns:a16="http://schemas.microsoft.com/office/drawing/2014/main" id="{6C914551-DCEF-0D02-301B-517EB5FA862B}"/>
                  </a:ext>
                </a:extLst>
              </p:cNvPr>
              <p:cNvSpPr txBox="1"/>
              <p:nvPr/>
            </p:nvSpPr>
            <p:spPr>
              <a:xfrm>
                <a:off x="5761017" y="2305969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4" name="文本框 93">
                <a:extLst>
                  <a:ext uri="{FF2B5EF4-FFF2-40B4-BE49-F238E27FC236}">
                    <a16:creationId xmlns:a16="http://schemas.microsoft.com/office/drawing/2014/main" id="{6C914551-DCEF-0D02-301B-517EB5FA86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1017" y="2305969"/>
                <a:ext cx="276657" cy="369332"/>
              </a:xfrm>
              <a:prstGeom prst="rect">
                <a:avLst/>
              </a:prstGeom>
              <a:blipFill>
                <a:blip r:embed="rId5"/>
                <a:stretch>
                  <a:fillRect r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弧形 1">
            <a:extLst>
              <a:ext uri="{FF2B5EF4-FFF2-40B4-BE49-F238E27FC236}">
                <a16:creationId xmlns:a16="http://schemas.microsoft.com/office/drawing/2014/main" id="{9938E944-C5BF-8FB8-D18A-985E1A09C836}"/>
              </a:ext>
            </a:extLst>
          </p:cNvPr>
          <p:cNvSpPr/>
          <p:nvPr/>
        </p:nvSpPr>
        <p:spPr>
          <a:xfrm rot="6611840">
            <a:off x="6084504" y="2556808"/>
            <a:ext cx="659086" cy="659086"/>
          </a:xfrm>
          <a:prstGeom prst="arc">
            <a:avLst>
              <a:gd name="adj1" fmla="val 11269726"/>
              <a:gd name="adj2" fmla="val 16737795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DBADEEE-CA36-8E0B-BF85-AA9AF8E63C98}"/>
                  </a:ext>
                </a:extLst>
              </p:cNvPr>
              <p:cNvSpPr txBox="1"/>
              <p:nvPr/>
            </p:nvSpPr>
            <p:spPr>
              <a:xfrm>
                <a:off x="6771225" y="2486993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0DBADEEE-CA36-8E0B-BF85-AA9AF8E63C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225" y="2486993"/>
                <a:ext cx="276657" cy="369332"/>
              </a:xfrm>
              <a:prstGeom prst="rect">
                <a:avLst/>
              </a:prstGeom>
              <a:blipFill>
                <a:blip r:embed="rId6"/>
                <a:stretch>
                  <a:fillRect r="-57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>
            <a:extLst>
              <a:ext uri="{FF2B5EF4-FFF2-40B4-BE49-F238E27FC236}">
                <a16:creationId xmlns:a16="http://schemas.microsoft.com/office/drawing/2014/main" id="{6A39FA14-9923-55CE-84A1-8B3DDF4A61BF}"/>
              </a:ext>
            </a:extLst>
          </p:cNvPr>
          <p:cNvGrpSpPr>
            <a:grpSpLocks/>
          </p:cNvGrpSpPr>
          <p:nvPr/>
        </p:nvGrpSpPr>
        <p:grpSpPr bwMode="auto">
          <a:xfrm>
            <a:off x="372999" y="1221549"/>
            <a:ext cx="1892300" cy="1631950"/>
            <a:chOff x="1854" y="9445"/>
            <a:chExt cx="1800" cy="1404"/>
          </a:xfrm>
        </p:grpSpPr>
        <p:sp>
          <p:nvSpPr>
            <p:cNvPr id="35" name="Line 6">
              <a:extLst>
                <a:ext uri="{FF2B5EF4-FFF2-40B4-BE49-F238E27FC236}">
                  <a16:creationId xmlns:a16="http://schemas.microsoft.com/office/drawing/2014/main" id="{AA3534C5-4504-D858-BA23-579454E17E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4" y="944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Line 7">
              <a:extLst>
                <a:ext uri="{FF2B5EF4-FFF2-40B4-BE49-F238E27FC236}">
                  <a16:creationId xmlns:a16="http://schemas.microsoft.com/office/drawing/2014/main" id="{B5FE78FA-9B12-7339-B550-F9E764F666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2754" y="994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Group 8">
            <a:extLst>
              <a:ext uri="{FF2B5EF4-FFF2-40B4-BE49-F238E27FC236}">
                <a16:creationId xmlns:a16="http://schemas.microsoft.com/office/drawing/2014/main" id="{67C7066B-A683-5558-1D8E-68209D75122C}"/>
              </a:ext>
            </a:extLst>
          </p:cNvPr>
          <p:cNvGrpSpPr>
            <a:grpSpLocks/>
          </p:cNvGrpSpPr>
          <p:nvPr/>
        </p:nvGrpSpPr>
        <p:grpSpPr bwMode="auto">
          <a:xfrm>
            <a:off x="3054349" y="1251713"/>
            <a:ext cx="1892300" cy="1631950"/>
            <a:chOff x="2634" y="9685"/>
            <a:chExt cx="1800" cy="1404"/>
          </a:xfrm>
        </p:grpSpPr>
        <p:sp>
          <p:nvSpPr>
            <p:cNvPr id="33" name="Line 9">
              <a:extLst>
                <a:ext uri="{FF2B5EF4-FFF2-40B4-BE49-F238E27FC236}">
                  <a16:creationId xmlns:a16="http://schemas.microsoft.com/office/drawing/2014/main" id="{ACD44285-2915-AF1E-BDFA-F7EB8DF485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34" y="968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Line 10">
              <a:extLst>
                <a:ext uri="{FF2B5EF4-FFF2-40B4-BE49-F238E27FC236}">
                  <a16:creationId xmlns:a16="http://schemas.microsoft.com/office/drawing/2014/main" id="{FDEFC458-1295-7663-BFD3-D1CFA5DF6C1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3534" y="1018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" name="Group 11">
            <a:extLst>
              <a:ext uri="{FF2B5EF4-FFF2-40B4-BE49-F238E27FC236}">
                <a16:creationId xmlns:a16="http://schemas.microsoft.com/office/drawing/2014/main" id="{2678DE2D-C855-E906-E08B-15AA852CFAF8}"/>
              </a:ext>
            </a:extLst>
          </p:cNvPr>
          <p:cNvGrpSpPr>
            <a:grpSpLocks/>
          </p:cNvGrpSpPr>
          <p:nvPr/>
        </p:nvGrpSpPr>
        <p:grpSpPr bwMode="auto">
          <a:xfrm>
            <a:off x="5967351" y="1380299"/>
            <a:ext cx="1892300" cy="1631950"/>
            <a:chOff x="2874" y="9925"/>
            <a:chExt cx="1800" cy="1404"/>
          </a:xfrm>
        </p:grpSpPr>
        <p:sp>
          <p:nvSpPr>
            <p:cNvPr id="31" name="Line 12">
              <a:extLst>
                <a:ext uri="{FF2B5EF4-FFF2-40B4-BE49-F238E27FC236}">
                  <a16:creationId xmlns:a16="http://schemas.microsoft.com/office/drawing/2014/main" id="{003B18C5-EDAE-C3FB-918B-92762A8B6B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74" y="992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Line 13">
              <a:extLst>
                <a:ext uri="{FF2B5EF4-FFF2-40B4-BE49-F238E27FC236}">
                  <a16:creationId xmlns:a16="http://schemas.microsoft.com/office/drawing/2014/main" id="{A7E6C7ED-77FF-B6F3-6E76-DF75C3B9664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3774" y="1042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14">
            <a:extLst>
              <a:ext uri="{FF2B5EF4-FFF2-40B4-BE49-F238E27FC236}">
                <a16:creationId xmlns:a16="http://schemas.microsoft.com/office/drawing/2014/main" id="{43444BEA-50D5-5994-63DE-B67EFAD0CAB2}"/>
              </a:ext>
            </a:extLst>
          </p:cNvPr>
          <p:cNvGrpSpPr>
            <a:grpSpLocks/>
          </p:cNvGrpSpPr>
          <p:nvPr/>
        </p:nvGrpSpPr>
        <p:grpSpPr bwMode="auto">
          <a:xfrm>
            <a:off x="9028115" y="1462850"/>
            <a:ext cx="1892300" cy="1631950"/>
            <a:chOff x="6354" y="9445"/>
            <a:chExt cx="1800" cy="1404"/>
          </a:xfrm>
        </p:grpSpPr>
        <p:sp>
          <p:nvSpPr>
            <p:cNvPr id="29" name="Line 15">
              <a:extLst>
                <a:ext uri="{FF2B5EF4-FFF2-40B4-BE49-F238E27FC236}">
                  <a16:creationId xmlns:a16="http://schemas.microsoft.com/office/drawing/2014/main" id="{44CCE168-79E3-1DF2-09F5-63ECFA1873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54" y="944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" name="Line 16">
              <a:extLst>
                <a:ext uri="{FF2B5EF4-FFF2-40B4-BE49-F238E27FC236}">
                  <a16:creationId xmlns:a16="http://schemas.microsoft.com/office/drawing/2014/main" id="{6DFB76F0-894A-003A-2931-287FAFCA9A8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7254" y="994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9" name="Line 17">
            <a:extLst>
              <a:ext uri="{FF2B5EF4-FFF2-40B4-BE49-F238E27FC236}">
                <a16:creationId xmlns:a16="http://schemas.microsoft.com/office/drawing/2014/main" id="{C4FAF7CF-FB09-46B2-1E44-C0AC4AB47E67}"/>
              </a:ext>
            </a:extLst>
          </p:cNvPr>
          <p:cNvSpPr>
            <a:spLocks noChangeShapeType="1"/>
          </p:cNvSpPr>
          <p:nvPr/>
        </p:nvSpPr>
        <p:spPr bwMode="auto">
          <a:xfrm>
            <a:off x="750824" y="1766062"/>
            <a:ext cx="0" cy="10874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" name="Line 18">
            <a:extLst>
              <a:ext uri="{FF2B5EF4-FFF2-40B4-BE49-F238E27FC236}">
                <a16:creationId xmlns:a16="http://schemas.microsoft.com/office/drawing/2014/main" id="{10EAB954-95B7-E873-9A71-55A4F1FC94C6}"/>
              </a:ext>
            </a:extLst>
          </p:cNvPr>
          <p:cNvSpPr>
            <a:spLocks noChangeShapeType="1"/>
          </p:cNvSpPr>
          <p:nvPr/>
        </p:nvSpPr>
        <p:spPr bwMode="auto">
          <a:xfrm>
            <a:off x="941324" y="2308987"/>
            <a:ext cx="0" cy="5445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" name="Line 19">
            <a:extLst>
              <a:ext uri="{FF2B5EF4-FFF2-40B4-BE49-F238E27FC236}">
                <a16:creationId xmlns:a16="http://schemas.microsoft.com/office/drawing/2014/main" id="{F53518A5-5A3F-BC5C-6C85-3F27319F657F}"/>
              </a:ext>
            </a:extLst>
          </p:cNvPr>
          <p:cNvSpPr>
            <a:spLocks noChangeShapeType="1"/>
          </p:cNvSpPr>
          <p:nvPr/>
        </p:nvSpPr>
        <p:spPr bwMode="auto">
          <a:xfrm>
            <a:off x="1508061" y="1402524"/>
            <a:ext cx="0" cy="14509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20">
            <a:extLst>
              <a:ext uri="{FF2B5EF4-FFF2-40B4-BE49-F238E27FC236}">
                <a16:creationId xmlns:a16="http://schemas.microsoft.com/office/drawing/2014/main" id="{2C5F6171-343F-42A7-0A3D-775BD14744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33762" y="1977201"/>
            <a:ext cx="188912" cy="906463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3" name="Rectangle 21">
            <a:extLst>
              <a:ext uri="{FF2B5EF4-FFF2-40B4-BE49-F238E27FC236}">
                <a16:creationId xmlns:a16="http://schemas.microsoft.com/office/drawing/2014/main" id="{33A8E864-061D-C1E3-CC58-C90649C5C0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00499" y="1613663"/>
            <a:ext cx="190500" cy="12700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4" name="Freeform 22">
            <a:extLst>
              <a:ext uri="{FF2B5EF4-FFF2-40B4-BE49-F238E27FC236}">
                <a16:creationId xmlns:a16="http://schemas.microsoft.com/office/drawing/2014/main" id="{9B404414-5F52-4E4A-A0E6-747E7D9E0E39}"/>
              </a:ext>
            </a:extLst>
          </p:cNvPr>
          <p:cNvSpPr>
            <a:spLocks/>
          </p:cNvSpPr>
          <p:nvPr/>
        </p:nvSpPr>
        <p:spPr bwMode="auto">
          <a:xfrm>
            <a:off x="9091615" y="2067688"/>
            <a:ext cx="1512887" cy="846138"/>
          </a:xfrm>
          <a:custGeom>
            <a:avLst/>
            <a:gdLst>
              <a:gd name="T0" fmla="*/ 0 w 1440"/>
              <a:gd name="T1" fmla="*/ 44 h 728"/>
              <a:gd name="T2" fmla="*/ 9 w 1440"/>
              <a:gd name="T3" fmla="*/ 7 h 728"/>
              <a:gd name="T4" fmla="*/ 17 w 1440"/>
              <a:gd name="T5" fmla="*/ 7 h 728"/>
              <a:gd name="T6" fmla="*/ 26 w 1440"/>
              <a:gd name="T7" fmla="*/ 25 h 728"/>
              <a:gd name="T8" fmla="*/ 35 w 1440"/>
              <a:gd name="T9" fmla="*/ 44 h 72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440"/>
              <a:gd name="T16" fmla="*/ 0 h 728"/>
              <a:gd name="T17" fmla="*/ 1440 w 1440"/>
              <a:gd name="T18" fmla="*/ 728 h 72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440" h="728">
                <a:moveTo>
                  <a:pt x="0" y="728"/>
                </a:moveTo>
                <a:cubicBezTo>
                  <a:pt x="120" y="468"/>
                  <a:pt x="240" y="208"/>
                  <a:pt x="360" y="104"/>
                </a:cubicBezTo>
                <a:cubicBezTo>
                  <a:pt x="480" y="0"/>
                  <a:pt x="600" y="52"/>
                  <a:pt x="720" y="104"/>
                </a:cubicBezTo>
                <a:cubicBezTo>
                  <a:pt x="840" y="156"/>
                  <a:pt x="960" y="312"/>
                  <a:pt x="1080" y="416"/>
                </a:cubicBezTo>
                <a:cubicBezTo>
                  <a:pt x="1200" y="520"/>
                  <a:pt x="1380" y="676"/>
                  <a:pt x="1440" y="728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5" name="Line 23">
            <a:extLst>
              <a:ext uri="{FF2B5EF4-FFF2-40B4-BE49-F238E27FC236}">
                <a16:creationId xmlns:a16="http://schemas.microsoft.com/office/drawing/2014/main" id="{8AF1244F-0918-2097-9211-2CCECB9D20A3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7027" y="2247075"/>
            <a:ext cx="0" cy="3635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6" name="Line 24">
            <a:extLst>
              <a:ext uri="{FF2B5EF4-FFF2-40B4-BE49-F238E27FC236}">
                <a16:creationId xmlns:a16="http://schemas.microsoft.com/office/drawing/2014/main" id="{9E3BB936-5A8A-0B5C-8750-54CECDB10814}"/>
              </a:ext>
            </a:extLst>
          </p:cNvPr>
          <p:cNvSpPr>
            <a:spLocks noChangeShapeType="1"/>
          </p:cNvSpPr>
          <p:nvPr/>
        </p:nvSpPr>
        <p:spPr bwMode="auto">
          <a:xfrm>
            <a:off x="9405940" y="1707325"/>
            <a:ext cx="0" cy="5429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7" name="Line 25">
            <a:extLst>
              <a:ext uri="{FF2B5EF4-FFF2-40B4-BE49-F238E27FC236}">
                <a16:creationId xmlns:a16="http://schemas.microsoft.com/office/drawing/2014/main" id="{9CC659FB-41C3-2541-AAA6-18C6CFAD2AB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974265" y="1912113"/>
            <a:ext cx="0" cy="3635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8" name="Line 26">
            <a:extLst>
              <a:ext uri="{FF2B5EF4-FFF2-40B4-BE49-F238E27FC236}">
                <a16:creationId xmlns:a16="http://schemas.microsoft.com/office/drawing/2014/main" id="{2B9047C1-6574-649F-BEE5-0F83761982A4}"/>
              </a:ext>
            </a:extLst>
          </p:cNvPr>
          <p:cNvSpPr>
            <a:spLocks noChangeShapeType="1"/>
          </p:cNvSpPr>
          <p:nvPr/>
        </p:nvSpPr>
        <p:spPr bwMode="auto">
          <a:xfrm>
            <a:off x="9974265" y="1912113"/>
            <a:ext cx="18891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9" name="Line 27">
            <a:extLst>
              <a:ext uri="{FF2B5EF4-FFF2-40B4-BE49-F238E27FC236}">
                <a16:creationId xmlns:a16="http://schemas.microsoft.com/office/drawing/2014/main" id="{D829D1FC-DC62-7D19-90AE-AF720ECA3BE7}"/>
              </a:ext>
            </a:extLst>
          </p:cNvPr>
          <p:cNvSpPr>
            <a:spLocks noChangeShapeType="1"/>
          </p:cNvSpPr>
          <p:nvPr/>
        </p:nvSpPr>
        <p:spPr bwMode="auto">
          <a:xfrm>
            <a:off x="10163177" y="1912113"/>
            <a:ext cx="0" cy="5445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0" name="Freeform 28">
            <a:extLst>
              <a:ext uri="{FF2B5EF4-FFF2-40B4-BE49-F238E27FC236}">
                <a16:creationId xmlns:a16="http://schemas.microsoft.com/office/drawing/2014/main" id="{1697E2AD-E734-7870-8CAB-F73F6A0A5F60}"/>
              </a:ext>
            </a:extLst>
          </p:cNvPr>
          <p:cNvSpPr>
            <a:spLocks/>
          </p:cNvSpPr>
          <p:nvPr/>
        </p:nvSpPr>
        <p:spPr bwMode="auto">
          <a:xfrm>
            <a:off x="6067364" y="1815274"/>
            <a:ext cx="1639887" cy="1042988"/>
          </a:xfrm>
          <a:custGeom>
            <a:avLst/>
            <a:gdLst>
              <a:gd name="T0" fmla="*/ 0 w 1560"/>
              <a:gd name="T1" fmla="*/ 54 h 897"/>
              <a:gd name="T2" fmla="*/ 2 w 1560"/>
              <a:gd name="T3" fmla="*/ 46 h 897"/>
              <a:gd name="T4" fmla="*/ 7 w 1560"/>
              <a:gd name="T5" fmla="*/ 7 h 897"/>
              <a:gd name="T6" fmla="*/ 13 w 1560"/>
              <a:gd name="T7" fmla="*/ 4 h 897"/>
              <a:gd name="T8" fmla="*/ 17 w 1560"/>
              <a:gd name="T9" fmla="*/ 16 h 897"/>
              <a:gd name="T10" fmla="*/ 23 w 1560"/>
              <a:gd name="T11" fmla="*/ 29 h 897"/>
              <a:gd name="T12" fmla="*/ 33 w 1560"/>
              <a:gd name="T13" fmla="*/ 46 h 897"/>
              <a:gd name="T14" fmla="*/ 38 w 1560"/>
              <a:gd name="T15" fmla="*/ 51 h 897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560"/>
              <a:gd name="T25" fmla="*/ 0 h 897"/>
              <a:gd name="T26" fmla="*/ 1560 w 1560"/>
              <a:gd name="T27" fmla="*/ 897 h 897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560" h="897">
                <a:moveTo>
                  <a:pt x="0" y="897"/>
                </a:moveTo>
                <a:cubicBezTo>
                  <a:pt x="21" y="894"/>
                  <a:pt x="43" y="892"/>
                  <a:pt x="90" y="762"/>
                </a:cubicBezTo>
                <a:cubicBezTo>
                  <a:pt x="137" y="632"/>
                  <a:pt x="214" y="234"/>
                  <a:pt x="284" y="117"/>
                </a:cubicBezTo>
                <a:cubicBezTo>
                  <a:pt x="354" y="0"/>
                  <a:pt x="437" y="32"/>
                  <a:pt x="510" y="57"/>
                </a:cubicBezTo>
                <a:cubicBezTo>
                  <a:pt x="583" y="82"/>
                  <a:pt x="653" y="197"/>
                  <a:pt x="720" y="267"/>
                </a:cubicBezTo>
                <a:cubicBezTo>
                  <a:pt x="787" y="337"/>
                  <a:pt x="809" y="395"/>
                  <a:pt x="914" y="477"/>
                </a:cubicBezTo>
                <a:cubicBezTo>
                  <a:pt x="1019" y="559"/>
                  <a:pt x="1242" y="700"/>
                  <a:pt x="1350" y="762"/>
                </a:cubicBezTo>
                <a:cubicBezTo>
                  <a:pt x="1458" y="824"/>
                  <a:pt x="1525" y="837"/>
                  <a:pt x="1560" y="852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21" name="Text Box 29">
            <a:extLst>
              <a:ext uri="{FF2B5EF4-FFF2-40B4-BE49-F238E27FC236}">
                <a16:creationId xmlns:a16="http://schemas.microsoft.com/office/drawing/2014/main" id="{337785DC-896F-DA70-1908-E8B84E35BC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7552" y="2685224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p:sp>
        <p:nvSpPr>
          <p:cNvPr id="22" name="Text Box 30">
            <a:extLst>
              <a:ext uri="{FF2B5EF4-FFF2-40B4-BE49-F238E27FC236}">
                <a16:creationId xmlns:a16="http://schemas.microsoft.com/office/drawing/2014/main" id="{0431C266-CF9F-D71E-C88B-F36866C613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3359" y="2618803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p:sp>
        <p:nvSpPr>
          <p:cNvPr id="23" name="Text Box 31">
            <a:extLst>
              <a:ext uri="{FF2B5EF4-FFF2-40B4-BE49-F238E27FC236}">
                <a16:creationId xmlns:a16="http://schemas.microsoft.com/office/drawing/2014/main" id="{BF5A8698-A5D0-EDEE-454F-A96811C031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82069" y="2839211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p:sp>
        <p:nvSpPr>
          <p:cNvPr id="24" name="Text Box 32">
            <a:extLst>
              <a:ext uri="{FF2B5EF4-FFF2-40B4-BE49-F238E27FC236}">
                <a16:creationId xmlns:a16="http://schemas.microsoft.com/office/drawing/2014/main" id="{7281B036-E1FD-3A9F-2C3C-18AAAB9919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983914" y="2901289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 Box 36">
                <a:extLst>
                  <a:ext uri="{FF2B5EF4-FFF2-40B4-BE49-F238E27FC236}">
                    <a16:creationId xmlns:a16="http://schemas.microsoft.com/office/drawing/2014/main" id="{1E5F7DFA-B27D-C24C-AD76-874B5508C82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54917" y="1142871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28" name="Text Box 36">
                <a:extLst>
                  <a:ext uri="{FF2B5EF4-FFF2-40B4-BE49-F238E27FC236}">
                    <a16:creationId xmlns:a16="http://schemas.microsoft.com/office/drawing/2014/main" id="{1E5F7DFA-B27D-C24C-AD76-874B5508C8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54917" y="1142871"/>
                <a:ext cx="935037" cy="3385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Text Box 30">
                <a:extLst>
                  <a:ext uri="{FF2B5EF4-FFF2-40B4-BE49-F238E27FC236}">
                    <a16:creationId xmlns:a16="http://schemas.microsoft.com/office/drawing/2014/main" id="{DA5127CC-1F2B-5390-DCB7-44BC0B420BE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-133542" y="2837658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37" name="Text Box 30">
                <a:extLst>
                  <a:ext uri="{FF2B5EF4-FFF2-40B4-BE49-F238E27FC236}">
                    <a16:creationId xmlns:a16="http://schemas.microsoft.com/office/drawing/2014/main" id="{DA5127CC-1F2B-5390-DCB7-44BC0B420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-133542" y="2837658"/>
                <a:ext cx="647700" cy="338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 Box 30">
                <a:extLst>
                  <a:ext uri="{FF2B5EF4-FFF2-40B4-BE49-F238E27FC236}">
                    <a16:creationId xmlns:a16="http://schemas.microsoft.com/office/drawing/2014/main" id="{9E95DDA6-2FD9-C572-5B5B-2F6EE1D36AC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39748" y="2853499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38" name="Text Box 30">
                <a:extLst>
                  <a:ext uri="{FF2B5EF4-FFF2-40B4-BE49-F238E27FC236}">
                    <a16:creationId xmlns:a16="http://schemas.microsoft.com/office/drawing/2014/main" id="{9E95DDA6-2FD9-C572-5B5B-2F6EE1D36A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748" y="2853499"/>
                <a:ext cx="64770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 Box 30">
                <a:extLst>
                  <a:ext uri="{FF2B5EF4-FFF2-40B4-BE49-F238E27FC236}">
                    <a16:creationId xmlns:a16="http://schemas.microsoft.com/office/drawing/2014/main" id="{0A959128-7EEE-AE57-DB31-FCF79F646EC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97452" y="2913826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39" name="Text Box 30">
                <a:extLst>
                  <a:ext uri="{FF2B5EF4-FFF2-40B4-BE49-F238E27FC236}">
                    <a16:creationId xmlns:a16="http://schemas.microsoft.com/office/drawing/2014/main" id="{0A959128-7EEE-AE57-DB31-FCF79F646E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7452" y="2913826"/>
                <a:ext cx="647700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 Box 30">
                <a:extLst>
                  <a:ext uri="{FF2B5EF4-FFF2-40B4-BE49-F238E27FC236}">
                    <a16:creationId xmlns:a16="http://schemas.microsoft.com/office/drawing/2014/main" id="{3319FB92-7A4E-9AEA-7636-C8152309A4E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54917" y="2944241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40" name="Text Box 30">
                <a:extLst>
                  <a:ext uri="{FF2B5EF4-FFF2-40B4-BE49-F238E27FC236}">
                    <a16:creationId xmlns:a16="http://schemas.microsoft.com/office/drawing/2014/main" id="{3319FB92-7A4E-9AEA-7636-C8152309A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54917" y="2944241"/>
                <a:ext cx="647700" cy="33855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 Box 36">
                <a:extLst>
                  <a:ext uri="{FF2B5EF4-FFF2-40B4-BE49-F238E27FC236}">
                    <a16:creationId xmlns:a16="http://schemas.microsoft.com/office/drawing/2014/main" id="{3CA93047-1EFF-1CBA-8DDA-D012D5B11CA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586830" y="913158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41" name="Text Box 36">
                <a:extLst>
                  <a:ext uri="{FF2B5EF4-FFF2-40B4-BE49-F238E27FC236}">
                    <a16:creationId xmlns:a16="http://schemas.microsoft.com/office/drawing/2014/main" id="{3CA93047-1EFF-1CBA-8DDA-D012D5B11C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86830" y="913158"/>
                <a:ext cx="935037" cy="33855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 Box 36">
                <a:extLst>
                  <a:ext uri="{FF2B5EF4-FFF2-40B4-BE49-F238E27FC236}">
                    <a16:creationId xmlns:a16="http://schemas.microsoft.com/office/drawing/2014/main" id="{D7C7B028-77D2-35E1-9A22-B9ED04E1AEE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99832" y="1063970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42" name="Text Box 36">
                <a:extLst>
                  <a:ext uri="{FF2B5EF4-FFF2-40B4-BE49-F238E27FC236}">
                    <a16:creationId xmlns:a16="http://schemas.microsoft.com/office/drawing/2014/main" id="{D7C7B028-77D2-35E1-9A22-B9ED04E1A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9832" y="1063970"/>
                <a:ext cx="935037" cy="33855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 Box 36">
                <a:extLst>
                  <a:ext uri="{FF2B5EF4-FFF2-40B4-BE49-F238E27FC236}">
                    <a16:creationId xmlns:a16="http://schemas.microsoft.com/office/drawing/2014/main" id="{E4EAFBEF-1820-F5DD-84B8-CE331D88D011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-38466" y="987911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>
          <p:sp>
            <p:nvSpPr>
              <p:cNvPr id="43" name="Text Box 36">
                <a:extLst>
                  <a:ext uri="{FF2B5EF4-FFF2-40B4-BE49-F238E27FC236}">
                    <a16:creationId xmlns:a16="http://schemas.microsoft.com/office/drawing/2014/main" id="{E4EAFBEF-1820-F5DD-84B8-CE331D88D0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-38466" y="987911"/>
                <a:ext cx="935037" cy="33855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solidFill>
                  <a:schemeClr val="bg1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0808101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WNkOTg5MjZlZjEzNTdlYjk5YTg3ZTczZTZlMGJkOGM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</TotalTime>
  <Words>21</Words>
  <Application>Microsoft Office PowerPoint</Application>
  <PresentationFormat>宽屏</PresentationFormat>
  <Paragraphs>17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Arial</vt:lpstr>
      <vt:lpstr>Calibri</vt:lpstr>
      <vt:lpstr>Cambria Math</vt:lpstr>
      <vt:lpstr>WPS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喻锦鹏</dc:creator>
  <cp:lastModifiedBy>喻锦鹏</cp:lastModifiedBy>
  <cp:revision>9</cp:revision>
  <dcterms:created xsi:type="dcterms:W3CDTF">2023-08-09T12:44:00Z</dcterms:created>
  <dcterms:modified xsi:type="dcterms:W3CDTF">2024-06-16T11:44:45Z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2052-12.1.0.16929</vt:lpwstr>
  </property>
</Properties>
</file>