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300.xml" ContentType="application/vnd.openxmlformats-officedocument.presentationml.tags+xml"/>
  <Override PartName="/ppt/tags/tag320.xml" ContentType="application/vnd.openxmlformats-officedocument.presentationml.tags+xml"/>
  <Override PartName="/ppt/tags/tag340.xml" ContentType="application/vnd.openxmlformats-officedocument.presentationml.tags+xml"/>
  <Override PartName="/ppt/tags/tag360.xml" ContentType="application/vnd.openxmlformats-officedocument.presentationml.tags+xml"/>
  <Override PartName="/ppt/tags/tag38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44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F2FF"/>
    <a:srgbClr val="487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2736" y="-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2026-10-02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image" Target="../media/image4.png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340.xml"/><Relationship Id="rId47" Type="http://schemas.openxmlformats.org/officeDocument/2006/relationships/tags" Target="../tags/tag4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slideLayout" Target="../slideLayouts/slideLayout2.xml"/><Relationship Id="rId40" Type="http://schemas.openxmlformats.org/officeDocument/2006/relationships/tags" Target="../tags/tag320.xml"/><Relationship Id="rId45" Type="http://schemas.openxmlformats.org/officeDocument/2006/relationships/tags" Target="../tags/tag40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4" Type="http://schemas.openxmlformats.org/officeDocument/2006/relationships/tags" Target="../tags/tag38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360.xml"/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00.xml"/><Relationship Id="rId46" Type="http://schemas.openxmlformats.org/officeDocument/2006/relationships/tags" Target="../tags/tag42.xml"/><Relationship Id="rId20" Type="http://schemas.openxmlformats.org/officeDocument/2006/relationships/tags" Target="../tags/tag21.xml"/><Relationship Id="rId4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486773" y="3217850"/>
            <a:ext cx="265943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795452" y="2002971"/>
            <a:ext cx="0" cy="2360023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1486773" y="3217850"/>
            <a:ext cx="272358" cy="143659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1928537" y="3217850"/>
            <a:ext cx="272358" cy="143659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2370301" y="3217850"/>
            <a:ext cx="272358" cy="143659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2812065" y="3217850"/>
            <a:ext cx="272358" cy="143659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3253829" y="3217850"/>
            <a:ext cx="272358" cy="143659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3695595" y="3217850"/>
            <a:ext cx="272358" cy="143659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1676400" y="2273300"/>
            <a:ext cx="1119052" cy="94455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5837071" y="2170894"/>
            <a:ext cx="1277015" cy="1012283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4533331" y="3207820"/>
            <a:ext cx="2659438" cy="0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4722958" y="2263270"/>
            <a:ext cx="1119052" cy="94455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rot="860945">
            <a:off x="4524690" y="3206732"/>
            <a:ext cx="2659438" cy="0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rot="860945">
            <a:off x="5842666" y="1987727"/>
            <a:ext cx="0" cy="2360023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rot="860945" flipH="1">
            <a:off x="4544122" y="2908698"/>
            <a:ext cx="272358" cy="143659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rot="860945" flipH="1">
            <a:off x="4972105" y="3018180"/>
            <a:ext cx="272358" cy="143659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rot="860945" flipH="1">
            <a:off x="5400088" y="3127661"/>
            <a:ext cx="272358" cy="143659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rot="860945" flipH="1">
            <a:off x="5828070" y="3237143"/>
            <a:ext cx="272358" cy="143659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 rot="860945" flipH="1">
            <a:off x="6256053" y="3346625"/>
            <a:ext cx="272358" cy="143659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rot="860945" flipH="1">
            <a:off x="6684037" y="3456108"/>
            <a:ext cx="272358" cy="143659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rot="860945">
            <a:off x="4849472" y="2133034"/>
            <a:ext cx="1119052" cy="944550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rot="860945" flipV="1">
            <a:off x="5939543" y="2363265"/>
            <a:ext cx="1277015" cy="1012283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弧形 79"/>
          <p:cNvSpPr/>
          <p:nvPr/>
        </p:nvSpPr>
        <p:spPr>
          <a:xfrm>
            <a:off x="5305163" y="2810786"/>
            <a:ext cx="659086" cy="659086"/>
          </a:xfrm>
          <a:prstGeom prst="arc">
            <a:avLst>
              <a:gd name="adj1" fmla="val 9996508"/>
              <a:gd name="adj2" fmla="val 11658238"/>
            </a:avLst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弧形 81"/>
          <p:cNvSpPr/>
          <p:nvPr/>
        </p:nvSpPr>
        <p:spPr>
          <a:xfrm rot="3269153">
            <a:off x="5296305" y="2720398"/>
            <a:ext cx="659086" cy="659086"/>
          </a:xfrm>
          <a:prstGeom prst="arc">
            <a:avLst>
              <a:gd name="adj1" fmla="val 9996508"/>
              <a:gd name="adj2" fmla="val 11658238"/>
            </a:avLst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/>
              <p:cNvSpPr txBox="1"/>
              <p:nvPr/>
            </p:nvSpPr>
            <p:spPr>
              <a:xfrm>
                <a:off x="5126934" y="3217850"/>
                <a:ext cx="276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b="0" dirty="0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3" name="文本框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934" y="3217850"/>
                <a:ext cx="27665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09" t="-83" r="136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/>
              <p:cNvSpPr txBox="1"/>
              <p:nvPr/>
            </p:nvSpPr>
            <p:spPr>
              <a:xfrm>
                <a:off x="5147214" y="2441454"/>
                <a:ext cx="276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b="0" dirty="0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" name="文本框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214" y="2441454"/>
                <a:ext cx="27665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95" t="-139" r="121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直接箭头连接符 85"/>
          <p:cNvCxnSpPr/>
          <p:nvPr/>
        </p:nvCxnSpPr>
        <p:spPr>
          <a:xfrm flipV="1">
            <a:off x="5834025" y="2877189"/>
            <a:ext cx="1665998" cy="334969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5833516" y="1938155"/>
            <a:ext cx="0" cy="2360023"/>
          </a:xfrm>
          <a:prstGeom prst="line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 flipV="1">
            <a:off x="2795452" y="2205567"/>
            <a:ext cx="1277015" cy="1012283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弧形 90"/>
          <p:cNvSpPr/>
          <p:nvPr/>
        </p:nvSpPr>
        <p:spPr>
          <a:xfrm rot="2086334">
            <a:off x="2423602" y="2717433"/>
            <a:ext cx="659086" cy="659086"/>
          </a:xfrm>
          <a:prstGeom prst="arc">
            <a:avLst>
              <a:gd name="adj1" fmla="val 9996508"/>
              <a:gd name="adj2" fmla="val 14274101"/>
            </a:avLst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/>
              <p:cNvSpPr txBox="1"/>
              <p:nvPr/>
            </p:nvSpPr>
            <p:spPr>
              <a:xfrm>
                <a:off x="2296561" y="2443734"/>
                <a:ext cx="483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</m:oMath>
                  </m:oMathPara>
                </a14:m>
                <a:endParaRPr lang="en-US" altLang="zh-CN" b="0" dirty="0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2" name="文本框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561" y="2443734"/>
                <a:ext cx="483539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83" t="-69" r="1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弧形 92"/>
          <p:cNvSpPr/>
          <p:nvPr/>
        </p:nvSpPr>
        <p:spPr>
          <a:xfrm rot="6611840">
            <a:off x="5454502" y="2671686"/>
            <a:ext cx="659086" cy="659086"/>
          </a:xfrm>
          <a:prstGeom prst="arc">
            <a:avLst>
              <a:gd name="adj1" fmla="val 9996508"/>
              <a:gd name="adj2" fmla="val 11658238"/>
            </a:avLst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/>
              <p:cNvSpPr txBox="1"/>
              <p:nvPr/>
            </p:nvSpPr>
            <p:spPr>
              <a:xfrm>
                <a:off x="5761017" y="2305969"/>
                <a:ext cx="276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b="0" dirty="0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4" name="文本框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017" y="2305969"/>
                <a:ext cx="27665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07" t="-77" r="3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弧形 1"/>
          <p:cNvSpPr/>
          <p:nvPr/>
        </p:nvSpPr>
        <p:spPr>
          <a:xfrm rot="6611840">
            <a:off x="6084504" y="2556808"/>
            <a:ext cx="659086" cy="659086"/>
          </a:xfrm>
          <a:prstGeom prst="arc">
            <a:avLst>
              <a:gd name="adj1" fmla="val 11269726"/>
              <a:gd name="adj2" fmla="val 16737795"/>
            </a:avLst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771225" y="2486993"/>
                <a:ext cx="276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altLang="zh-CN" b="0" dirty="0">
                  <a:solidFill>
                    <a:schemeClr val="accent3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225" y="2486993"/>
                <a:ext cx="27665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80" t="-90" r="-23865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>
            <p:custDataLst>
              <p:tags r:id="rId1"/>
            </p:custDataLst>
          </p:nvPr>
        </p:nvGrpSpPr>
        <p:grpSpPr bwMode="auto">
          <a:xfrm>
            <a:off x="372999" y="1221549"/>
            <a:ext cx="1892300" cy="1631950"/>
            <a:chOff x="1854" y="9445"/>
            <a:chExt cx="1800" cy="1404"/>
          </a:xfrm>
        </p:grpSpPr>
        <p:sp>
          <p:nvSpPr>
            <p:cNvPr id="35" name="Line 6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1854" y="9445"/>
              <a:ext cx="0" cy="1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7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rot="5400000">
              <a:off x="2754" y="9949"/>
              <a:ext cx="0" cy="1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8"/>
          <p:cNvGrpSpPr/>
          <p:nvPr>
            <p:custDataLst>
              <p:tags r:id="rId2"/>
            </p:custDataLst>
          </p:nvPr>
        </p:nvGrpSpPr>
        <p:grpSpPr bwMode="auto">
          <a:xfrm>
            <a:off x="3054349" y="1251713"/>
            <a:ext cx="1892300" cy="1631950"/>
            <a:chOff x="2634" y="9685"/>
            <a:chExt cx="1800" cy="1404"/>
          </a:xfrm>
        </p:grpSpPr>
        <p:sp>
          <p:nvSpPr>
            <p:cNvPr id="33" name="Line 9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2634" y="9685"/>
              <a:ext cx="0" cy="1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0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rot="5400000">
              <a:off x="3534" y="10189"/>
              <a:ext cx="0" cy="1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11"/>
          <p:cNvGrpSpPr/>
          <p:nvPr>
            <p:custDataLst>
              <p:tags r:id="rId3"/>
            </p:custDataLst>
          </p:nvPr>
        </p:nvGrpSpPr>
        <p:grpSpPr bwMode="auto">
          <a:xfrm>
            <a:off x="5967351" y="1380299"/>
            <a:ext cx="1892300" cy="1631950"/>
            <a:chOff x="2874" y="9925"/>
            <a:chExt cx="1800" cy="1404"/>
          </a:xfrm>
        </p:grpSpPr>
        <p:sp>
          <p:nvSpPr>
            <p:cNvPr id="31" name="Line 12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2874" y="9925"/>
              <a:ext cx="0" cy="1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3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rot="5400000">
              <a:off x="3774" y="10429"/>
              <a:ext cx="0" cy="1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4"/>
          <p:cNvGrpSpPr/>
          <p:nvPr>
            <p:custDataLst>
              <p:tags r:id="rId4"/>
            </p:custDataLst>
          </p:nvPr>
        </p:nvGrpSpPr>
        <p:grpSpPr bwMode="auto">
          <a:xfrm>
            <a:off x="9028115" y="1462850"/>
            <a:ext cx="1892300" cy="1631950"/>
            <a:chOff x="6354" y="9445"/>
            <a:chExt cx="1800" cy="1404"/>
          </a:xfrm>
        </p:grpSpPr>
        <p:sp>
          <p:nvSpPr>
            <p:cNvPr id="29" name="Line 15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6354" y="9445"/>
              <a:ext cx="0" cy="1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6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rot="5400000">
              <a:off x="7254" y="9949"/>
              <a:ext cx="0" cy="1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Line 1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750824" y="1766062"/>
            <a:ext cx="0" cy="10874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941324" y="2308987"/>
            <a:ext cx="0" cy="5445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9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508061" y="1402524"/>
            <a:ext cx="0" cy="1450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2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433762" y="1977201"/>
            <a:ext cx="188912" cy="9064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Rectangle 2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000499" y="1613663"/>
            <a:ext cx="190500" cy="1270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Freeform 22"/>
          <p:cNvSpPr/>
          <p:nvPr>
            <p:custDataLst>
              <p:tags r:id="rId10"/>
            </p:custDataLst>
          </p:nvPr>
        </p:nvSpPr>
        <p:spPr bwMode="auto">
          <a:xfrm>
            <a:off x="9091615" y="2067688"/>
            <a:ext cx="1512887" cy="846138"/>
          </a:xfrm>
          <a:custGeom>
            <a:avLst/>
            <a:gdLst>
              <a:gd name="T0" fmla="*/ 0 w 1440"/>
              <a:gd name="T1" fmla="*/ 44 h 728"/>
              <a:gd name="T2" fmla="*/ 9 w 1440"/>
              <a:gd name="T3" fmla="*/ 7 h 728"/>
              <a:gd name="T4" fmla="*/ 17 w 1440"/>
              <a:gd name="T5" fmla="*/ 7 h 728"/>
              <a:gd name="T6" fmla="*/ 26 w 1440"/>
              <a:gd name="T7" fmla="*/ 25 h 728"/>
              <a:gd name="T8" fmla="*/ 35 w 1440"/>
              <a:gd name="T9" fmla="*/ 44 h 7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0"/>
              <a:gd name="T16" fmla="*/ 0 h 728"/>
              <a:gd name="T17" fmla="*/ 1440 w 1440"/>
              <a:gd name="T18" fmla="*/ 728 h 7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0" h="728">
                <a:moveTo>
                  <a:pt x="0" y="728"/>
                </a:moveTo>
                <a:cubicBezTo>
                  <a:pt x="120" y="468"/>
                  <a:pt x="240" y="208"/>
                  <a:pt x="360" y="104"/>
                </a:cubicBezTo>
                <a:cubicBezTo>
                  <a:pt x="480" y="0"/>
                  <a:pt x="600" y="52"/>
                  <a:pt x="720" y="104"/>
                </a:cubicBezTo>
                <a:cubicBezTo>
                  <a:pt x="840" y="156"/>
                  <a:pt x="960" y="312"/>
                  <a:pt x="1080" y="416"/>
                </a:cubicBezTo>
                <a:cubicBezTo>
                  <a:pt x="1200" y="520"/>
                  <a:pt x="1380" y="676"/>
                  <a:pt x="1440" y="728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Line 23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9217027" y="2247075"/>
            <a:ext cx="0" cy="3635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2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9405940" y="1707325"/>
            <a:ext cx="0" cy="542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9974265" y="1912113"/>
            <a:ext cx="0" cy="3635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26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9974265" y="1912113"/>
            <a:ext cx="1889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27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10163177" y="1912113"/>
            <a:ext cx="0" cy="5445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28"/>
          <p:cNvSpPr/>
          <p:nvPr>
            <p:custDataLst>
              <p:tags r:id="rId16"/>
            </p:custDataLst>
          </p:nvPr>
        </p:nvSpPr>
        <p:spPr bwMode="auto">
          <a:xfrm>
            <a:off x="6067364" y="1815274"/>
            <a:ext cx="1639887" cy="1042988"/>
          </a:xfrm>
          <a:custGeom>
            <a:avLst/>
            <a:gdLst>
              <a:gd name="T0" fmla="*/ 0 w 1560"/>
              <a:gd name="T1" fmla="*/ 54 h 897"/>
              <a:gd name="T2" fmla="*/ 2 w 1560"/>
              <a:gd name="T3" fmla="*/ 46 h 897"/>
              <a:gd name="T4" fmla="*/ 7 w 1560"/>
              <a:gd name="T5" fmla="*/ 7 h 897"/>
              <a:gd name="T6" fmla="*/ 13 w 1560"/>
              <a:gd name="T7" fmla="*/ 4 h 897"/>
              <a:gd name="T8" fmla="*/ 17 w 1560"/>
              <a:gd name="T9" fmla="*/ 16 h 897"/>
              <a:gd name="T10" fmla="*/ 23 w 1560"/>
              <a:gd name="T11" fmla="*/ 29 h 897"/>
              <a:gd name="T12" fmla="*/ 33 w 1560"/>
              <a:gd name="T13" fmla="*/ 46 h 897"/>
              <a:gd name="T14" fmla="*/ 38 w 1560"/>
              <a:gd name="T15" fmla="*/ 51 h 8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560"/>
              <a:gd name="T25" fmla="*/ 0 h 897"/>
              <a:gd name="T26" fmla="*/ 1560 w 1560"/>
              <a:gd name="T27" fmla="*/ 897 h 89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560" h="897">
                <a:moveTo>
                  <a:pt x="0" y="897"/>
                </a:moveTo>
                <a:cubicBezTo>
                  <a:pt x="21" y="894"/>
                  <a:pt x="43" y="892"/>
                  <a:pt x="90" y="762"/>
                </a:cubicBezTo>
                <a:cubicBezTo>
                  <a:pt x="137" y="632"/>
                  <a:pt x="214" y="234"/>
                  <a:pt x="284" y="117"/>
                </a:cubicBezTo>
                <a:cubicBezTo>
                  <a:pt x="354" y="0"/>
                  <a:pt x="437" y="32"/>
                  <a:pt x="510" y="57"/>
                </a:cubicBezTo>
                <a:cubicBezTo>
                  <a:pt x="583" y="82"/>
                  <a:pt x="653" y="197"/>
                  <a:pt x="720" y="267"/>
                </a:cubicBezTo>
                <a:cubicBezTo>
                  <a:pt x="787" y="337"/>
                  <a:pt x="809" y="395"/>
                  <a:pt x="914" y="477"/>
                </a:cubicBezTo>
                <a:cubicBezTo>
                  <a:pt x="1019" y="559"/>
                  <a:pt x="1242" y="700"/>
                  <a:pt x="1350" y="762"/>
                </a:cubicBezTo>
                <a:cubicBezTo>
                  <a:pt x="1458" y="824"/>
                  <a:pt x="1525" y="837"/>
                  <a:pt x="1560" y="852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" name="Text Box 29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027552" y="2685224"/>
            <a:ext cx="647700" cy="3460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600"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9pPr>
          </a:lstStyle>
          <a:p>
            <a:r>
              <a:rPr lang="el-GR" altLang="zh-CN" dirty="0"/>
              <a:t>λ</a:t>
            </a:r>
          </a:p>
        </p:txBody>
      </p:sp>
      <p:sp>
        <p:nvSpPr>
          <p:cNvPr id="22" name="Text Box 30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2273359" y="2618803"/>
            <a:ext cx="647700" cy="3460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ClrTx/>
              <a:buSzTx/>
              <a:buFontTx/>
              <a:buNone/>
              <a:defRPr sz="1600"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9pPr>
          </a:lstStyle>
          <a:p>
            <a:r>
              <a:rPr lang="el-GR" altLang="zh-CN" dirty="0"/>
              <a:t>λ</a:t>
            </a:r>
          </a:p>
        </p:txBody>
      </p:sp>
      <p:sp>
        <p:nvSpPr>
          <p:cNvPr id="23" name="Text Box 31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882069" y="2839211"/>
            <a:ext cx="647700" cy="3460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600"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9pPr>
          </a:lstStyle>
          <a:p>
            <a:r>
              <a:rPr lang="el-GR" altLang="zh-CN" dirty="0"/>
              <a:t>λ</a:t>
            </a:r>
          </a:p>
        </p:txBody>
      </p:sp>
      <p:sp>
        <p:nvSpPr>
          <p:cNvPr id="24" name="Text Box 32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0983914" y="2901289"/>
            <a:ext cx="647700" cy="3460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ClrTx/>
              <a:buSzTx/>
              <a:buFontTx/>
              <a:buNone/>
              <a:defRPr sz="1600"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lvl9pPr>
          </a:lstStyle>
          <a:p>
            <a:r>
              <a:rPr lang="el-GR" altLang="zh-CN" dirty="0"/>
              <a:t>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36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8554917" y="1142871"/>
                <a:ext cx="935037" cy="338554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 sz="1600">
                    <a:ea typeface="宋体" panose="0201060003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/>
                <a:lvl3pPr marL="1143000" indent="-228600" eaLnBrk="0" hangingPunct="0"/>
                <a:lvl4pPr marL="1600200" indent="-228600" eaLnBrk="0" hangingPunct="0"/>
                <a:lvl5pPr marL="2057400" indent="-228600" eaLnBrk="0" hangingPunct="0"/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8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8554917" y="1142871"/>
                <a:ext cx="935037" cy="338554"/>
              </a:xfrm>
              <a:prstGeom prst="rect">
                <a:avLst/>
              </a:prstGeom>
              <a:blipFill rotWithShape="1">
                <a:blip r:embed="rId39"/>
                <a:stretch>
                  <a:fillRect l="-564" t="-1462" r="-488" b="-1322"/>
                </a:stretch>
              </a:blipFill>
              <a:ln w="9525">
                <a:solidFill>
                  <a:schemeClr val="bg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30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-133542" y="2837658"/>
                <a:ext cx="647700" cy="3385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>
                  <a:spcBef>
                    <a:spcPct val="50000"/>
                  </a:spcBef>
                  <a:buClrTx/>
                  <a:buSzTx/>
                  <a:buFontTx/>
                  <a:buNone/>
                  <a:defRPr sz="1600">
                    <a:ea typeface="宋体" panose="0201060003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/>
                <a:lvl3pPr marL="1143000" indent="-228600" eaLnBrk="0" hangingPunct="0"/>
                <a:lvl4pPr marL="1600200" indent="-228600" eaLnBrk="0" hangingPunct="0"/>
                <a:lvl5pPr marL="2057400" indent="-228600" eaLnBrk="0" hangingPunct="0"/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37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-133542" y="2837658"/>
                <a:ext cx="647700" cy="338554"/>
              </a:xfrm>
              <a:prstGeom prst="rect">
                <a:avLst/>
              </a:prstGeom>
              <a:blipFill rotWithShape="1">
                <a:blip r:embed="rId41"/>
                <a:stretch>
                  <a:fillRect l="30" t="-141" r="68" b="170"/>
                </a:stretch>
              </a:blipFill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30"/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2539748" y="2869201"/>
                <a:ext cx="647700" cy="3385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>
                  <a:spcBef>
                    <a:spcPct val="50000"/>
                  </a:spcBef>
                  <a:buClrTx/>
                  <a:buSzTx/>
                  <a:buFontTx/>
                  <a:buNone/>
                  <a:defRPr sz="1600">
                    <a:ea typeface="宋体" panose="0201060003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/>
                <a:lvl3pPr marL="1143000" indent="-228600" eaLnBrk="0" hangingPunct="0"/>
                <a:lvl4pPr marL="1600200" indent="-228600" eaLnBrk="0" hangingPunct="0"/>
                <a:lvl5pPr marL="2057400" indent="-228600" eaLnBrk="0" hangingPunct="0"/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38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2539748" y="2869201"/>
                <a:ext cx="647700" cy="338554"/>
              </a:xfrm>
              <a:prstGeom prst="rect">
                <a:avLst/>
              </a:prstGeom>
              <a:blipFill rotWithShape="1">
                <a:blip r:embed="rId41"/>
                <a:stretch>
                  <a:fillRect l="-59" t="-80" r="59" b="109"/>
                </a:stretch>
              </a:blipFill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30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497452" y="2913826"/>
                <a:ext cx="647700" cy="3385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>
                  <a:spcBef>
                    <a:spcPct val="50000"/>
                  </a:spcBef>
                  <a:buClrTx/>
                  <a:buSzTx/>
                  <a:buFontTx/>
                  <a:buNone/>
                  <a:defRPr sz="1600">
                    <a:ea typeface="宋体" panose="0201060003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/>
                <a:lvl3pPr marL="1143000" indent="-228600" eaLnBrk="0" hangingPunct="0"/>
                <a:lvl4pPr marL="1600200" indent="-228600" eaLnBrk="0" hangingPunct="0"/>
                <a:lvl5pPr marL="2057400" indent="-228600" eaLnBrk="0" hangingPunct="0"/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39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5497452" y="2913826"/>
                <a:ext cx="647700" cy="338554"/>
              </a:xfrm>
              <a:prstGeom prst="rect">
                <a:avLst/>
              </a:prstGeom>
              <a:blipFill rotWithShape="1">
                <a:blip r:embed="rId41"/>
                <a:stretch>
                  <a:fillRect l="-40" t="-132" r="40" b="161"/>
                </a:stretch>
              </a:blipFill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Box 30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8554917" y="2944241"/>
                <a:ext cx="647700" cy="3385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>
                  <a:spcBef>
                    <a:spcPct val="50000"/>
                  </a:spcBef>
                  <a:buClrTx/>
                  <a:buSzTx/>
                  <a:buFontTx/>
                  <a:buNone/>
                  <a:defRPr sz="1600">
                    <a:ea typeface="宋体" panose="0201060003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/>
                <a:lvl3pPr marL="1143000" indent="-228600" eaLnBrk="0" hangingPunct="0"/>
                <a:lvl4pPr marL="1600200" indent="-228600" eaLnBrk="0" hangingPunct="0"/>
                <a:lvl5pPr marL="2057400" indent="-228600" eaLnBrk="0" hangingPunct="0"/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0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8554917" y="2944241"/>
                <a:ext cx="647700" cy="338554"/>
              </a:xfrm>
              <a:prstGeom prst="rect">
                <a:avLst/>
              </a:prstGeom>
              <a:blipFill rotWithShape="1">
                <a:blip r:embed="rId41"/>
                <a:stretch>
                  <a:fillRect l="-30" t="-113" r="30" b="142"/>
                </a:stretch>
              </a:blipFill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36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2586830" y="913158"/>
                <a:ext cx="935037" cy="338554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 sz="1600">
                    <a:ea typeface="宋体" panose="0201060003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/>
                <a:lvl3pPr marL="1143000" indent="-228600" eaLnBrk="0" hangingPunct="0"/>
                <a:lvl4pPr marL="1600200" indent="-228600" eaLnBrk="0" hangingPunct="0"/>
                <a:lvl5pPr marL="2057400" indent="-228600" eaLnBrk="0" hangingPunct="0"/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1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2586830" y="913158"/>
                <a:ext cx="935037" cy="338554"/>
              </a:xfrm>
              <a:prstGeom prst="rect">
                <a:avLst/>
              </a:prstGeom>
              <a:blipFill rotWithShape="1">
                <a:blip r:embed="rId39"/>
                <a:stretch>
                  <a:fillRect l="-526" t="-1509" r="-459" b="-1275"/>
                </a:stretch>
              </a:blipFill>
              <a:ln w="9525">
                <a:solidFill>
                  <a:schemeClr val="bg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36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5499832" y="1063970"/>
                <a:ext cx="935037" cy="338554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 sz="1600">
                    <a:ea typeface="宋体" panose="0201060003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/>
                <a:lvl3pPr marL="1143000" indent="-228600" eaLnBrk="0" hangingPunct="0"/>
                <a:lvl4pPr marL="1600200" indent="-228600" eaLnBrk="0" hangingPunct="0"/>
                <a:lvl5pPr marL="2057400" indent="-228600" eaLnBrk="0" hangingPunct="0"/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2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5499832" y="1063970"/>
                <a:ext cx="935037" cy="338554"/>
              </a:xfrm>
              <a:prstGeom prst="rect">
                <a:avLst/>
              </a:prstGeom>
              <a:blipFill rotWithShape="1">
                <a:blip r:embed="rId39"/>
                <a:stretch>
                  <a:fillRect l="-554" t="-1415" r="-499" b="-1369"/>
                </a:stretch>
              </a:blipFill>
              <a:ln w="9525">
                <a:solidFill>
                  <a:schemeClr val="bg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36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-38466" y="987911"/>
                <a:ext cx="935037" cy="338554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eaLnBrk="1" hangingPunct="1">
                  <a:spcBef>
                    <a:spcPct val="50000"/>
                  </a:spcBef>
                  <a:buClrTx/>
                  <a:buSzTx/>
                  <a:buFontTx/>
                  <a:buNone/>
                  <a:defRPr sz="1600">
                    <a:ea typeface="宋体" panose="02010600030101010101" pitchFamily="2" charset="-122"/>
                    <a:cs typeface="Arial" panose="020B0604020202020204" pitchFamily="34" charset="0"/>
                  </a:defRPr>
                </a:lvl1pPr>
                <a:lvl2pPr marL="742950" indent="-285750" eaLnBrk="0" hangingPunct="0"/>
                <a:lvl3pPr marL="1143000" indent="-228600" eaLnBrk="0" hangingPunct="0"/>
                <a:lvl4pPr marL="1600200" indent="-228600" eaLnBrk="0" hangingPunct="0"/>
                <a:lvl5pPr marL="2057400" indent="-228600" eaLnBrk="0" hangingPunct="0"/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3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-38466" y="987911"/>
                <a:ext cx="935037" cy="338554"/>
              </a:xfrm>
              <a:prstGeom prst="rect">
                <a:avLst/>
              </a:prstGeom>
              <a:blipFill rotWithShape="1">
                <a:blip r:embed="rId39"/>
                <a:stretch>
                  <a:fillRect l="-504" t="-1456" r="-481" b="-1328"/>
                </a:stretch>
              </a:blipFill>
              <a:ln w="9525">
                <a:solidFill>
                  <a:schemeClr val="bg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868546" y="1152537"/>
            <a:ext cx="2095500" cy="2095241"/>
            <a:chOff x="868546" y="1152537"/>
            <a:chExt cx="2095500" cy="2095241"/>
          </a:xfrm>
        </p:grpSpPr>
        <p:sp>
          <p:nvSpPr>
            <p:cNvPr id="5" name="椭圆 4"/>
            <p:cNvSpPr/>
            <p:nvPr/>
          </p:nvSpPr>
          <p:spPr>
            <a:xfrm>
              <a:off x="949238" y="1232970"/>
              <a:ext cx="2014808" cy="2014808"/>
            </a:xfrm>
            <a:prstGeom prst="ellipse">
              <a:avLst/>
            </a:prstGeom>
            <a:solidFill>
              <a:srgbClr val="8FF2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49239" y="2239315"/>
              <a:ext cx="2014805" cy="167217"/>
            </a:xfrm>
            <a:custGeom>
              <a:avLst/>
              <a:gdLst>
                <a:gd name="connsiteX0" fmla="*/ 0 w 2014805"/>
                <a:gd name="connsiteY0" fmla="*/ 0 h 167217"/>
                <a:gd name="connsiteX1" fmla="*/ 2014805 w 2014805"/>
                <a:gd name="connsiteY1" fmla="*/ 0 h 167217"/>
                <a:gd name="connsiteX2" fmla="*/ 2014805 w 2014805"/>
                <a:gd name="connsiteY2" fmla="*/ 5 h 167217"/>
                <a:gd name="connsiteX3" fmla="*/ 1994341 w 2014805"/>
                <a:gd name="connsiteY3" fmla="*/ 33700 h 167217"/>
                <a:gd name="connsiteX4" fmla="*/ 1007404 w 2014805"/>
                <a:gd name="connsiteY4" fmla="*/ 167217 h 167217"/>
                <a:gd name="connsiteX5" fmla="*/ 0 w 2014805"/>
                <a:gd name="connsiteY5" fmla="*/ 0 h 16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4805" h="167217">
                  <a:moveTo>
                    <a:pt x="0" y="0"/>
                  </a:moveTo>
                  <a:lnTo>
                    <a:pt x="2014805" y="0"/>
                  </a:lnTo>
                  <a:lnTo>
                    <a:pt x="2014805" y="5"/>
                  </a:lnTo>
                  <a:lnTo>
                    <a:pt x="1994341" y="33700"/>
                  </a:lnTo>
                  <a:cubicBezTo>
                    <a:pt x="1900405" y="109898"/>
                    <a:pt x="1494232" y="167217"/>
                    <a:pt x="1007404" y="167217"/>
                  </a:cubicBezTo>
                  <a:cubicBezTo>
                    <a:pt x="451030" y="167217"/>
                    <a:pt x="0" y="92351"/>
                    <a:pt x="0" y="0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949237" y="2072098"/>
              <a:ext cx="2014807" cy="334434"/>
            </a:xfrm>
            <a:prstGeom prst="ellipse">
              <a:avLst/>
            </a:prstGeom>
            <a:solidFill>
              <a:srgbClr val="8FF2FF"/>
            </a:solidFill>
            <a:ln w="889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椭圆 3"/>
            <p:cNvSpPr/>
            <p:nvPr/>
          </p:nvSpPr>
          <p:spPr>
            <a:xfrm>
              <a:off x="1875950" y="2159682"/>
              <a:ext cx="161383" cy="16138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5" name="直接箭头连接符 24"/>
            <p:cNvCxnSpPr>
              <a:stCxn id="4" idx="1"/>
            </p:cNvCxnSpPr>
            <p:nvPr/>
          </p:nvCxnSpPr>
          <p:spPr>
            <a:xfrm flipH="1" flipV="1">
              <a:off x="868546" y="1152537"/>
              <a:ext cx="1031038" cy="103077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4377837" y="1112061"/>
            <a:ext cx="2095500" cy="2095241"/>
            <a:chOff x="4377837" y="1112061"/>
            <a:chExt cx="2095500" cy="2095241"/>
          </a:xfrm>
        </p:grpSpPr>
        <p:grpSp>
          <p:nvGrpSpPr>
            <p:cNvPr id="11" name="组合 10"/>
            <p:cNvGrpSpPr/>
            <p:nvPr/>
          </p:nvGrpSpPr>
          <p:grpSpPr>
            <a:xfrm>
              <a:off x="4377837" y="1112061"/>
              <a:ext cx="2095500" cy="2095241"/>
              <a:chOff x="2832100" y="2269067"/>
              <a:chExt cx="2095500" cy="2095241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2912792" y="2349500"/>
                <a:ext cx="2014808" cy="2014808"/>
              </a:xfrm>
              <a:prstGeom prst="ellipse">
                <a:avLst/>
              </a:prstGeom>
              <a:solidFill>
                <a:srgbClr val="8FF2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2912793" y="3355845"/>
                <a:ext cx="2014805" cy="167217"/>
              </a:xfrm>
              <a:custGeom>
                <a:avLst/>
                <a:gdLst>
                  <a:gd name="connsiteX0" fmla="*/ 0 w 2014805"/>
                  <a:gd name="connsiteY0" fmla="*/ 0 h 167217"/>
                  <a:gd name="connsiteX1" fmla="*/ 2014805 w 2014805"/>
                  <a:gd name="connsiteY1" fmla="*/ 0 h 167217"/>
                  <a:gd name="connsiteX2" fmla="*/ 2014805 w 2014805"/>
                  <a:gd name="connsiteY2" fmla="*/ 5 h 167217"/>
                  <a:gd name="connsiteX3" fmla="*/ 1994341 w 2014805"/>
                  <a:gd name="connsiteY3" fmla="*/ 33700 h 167217"/>
                  <a:gd name="connsiteX4" fmla="*/ 1007404 w 2014805"/>
                  <a:gd name="connsiteY4" fmla="*/ 167217 h 167217"/>
                  <a:gd name="connsiteX5" fmla="*/ 0 w 2014805"/>
                  <a:gd name="connsiteY5" fmla="*/ 0 h 167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14805" h="167217">
                    <a:moveTo>
                      <a:pt x="0" y="0"/>
                    </a:moveTo>
                    <a:lnTo>
                      <a:pt x="2014805" y="0"/>
                    </a:lnTo>
                    <a:lnTo>
                      <a:pt x="2014805" y="5"/>
                    </a:lnTo>
                    <a:lnTo>
                      <a:pt x="1994341" y="33700"/>
                    </a:lnTo>
                    <a:cubicBezTo>
                      <a:pt x="1900405" y="109898"/>
                      <a:pt x="1494232" y="167217"/>
                      <a:pt x="1007404" y="167217"/>
                    </a:cubicBezTo>
                    <a:cubicBezTo>
                      <a:pt x="451030" y="167217"/>
                      <a:pt x="0" y="92351"/>
                      <a:pt x="0" y="0"/>
                    </a:cubicBez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2912791" y="3188628"/>
                <a:ext cx="2014807" cy="334434"/>
              </a:xfrm>
              <a:prstGeom prst="ellipse">
                <a:avLst/>
              </a:prstGeom>
              <a:solidFill>
                <a:srgbClr val="8FF2FF"/>
              </a:solidFill>
              <a:ln w="889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3839504" y="3276212"/>
                <a:ext cx="161383" cy="161383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" name="直接箭头连接符 15"/>
              <p:cNvCxnSpPr>
                <a:stCxn id="15" idx="1"/>
              </p:cNvCxnSpPr>
              <p:nvPr/>
            </p:nvCxnSpPr>
            <p:spPr>
              <a:xfrm flipH="1" flipV="1">
                <a:off x="2832100" y="2269067"/>
                <a:ext cx="1031038" cy="103077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任意多边形: 形状 16"/>
            <p:cNvSpPr/>
            <p:nvPr/>
          </p:nvSpPr>
          <p:spPr>
            <a:xfrm>
              <a:off x="4909635" y="1658019"/>
              <a:ext cx="1065324" cy="1081639"/>
            </a:xfrm>
            <a:custGeom>
              <a:avLst/>
              <a:gdLst>
                <a:gd name="connsiteX0" fmla="*/ 673741 w 1065324"/>
                <a:gd name="connsiteY0" fmla="*/ 16956 h 1081639"/>
                <a:gd name="connsiteX1" fmla="*/ 601774 w 1065324"/>
                <a:gd name="connsiteY1" fmla="*/ 4256 h 1081639"/>
                <a:gd name="connsiteX2" fmla="*/ 417624 w 1065324"/>
                <a:gd name="connsiteY2" fmla="*/ 2139 h 1081639"/>
                <a:gd name="connsiteX3" fmla="*/ 364708 w 1065324"/>
                <a:gd name="connsiteY3" fmla="*/ 8489 h 1081639"/>
                <a:gd name="connsiteX4" fmla="*/ 277924 w 1065324"/>
                <a:gd name="connsiteY4" fmla="*/ 16956 h 1081639"/>
                <a:gd name="connsiteX5" fmla="*/ 227124 w 1065324"/>
                <a:gd name="connsiteY5" fmla="*/ 36006 h 1081639"/>
                <a:gd name="connsiteX6" fmla="*/ 172091 w 1065324"/>
                <a:gd name="connsiteY6" fmla="*/ 173589 h 1081639"/>
                <a:gd name="connsiteX7" fmla="*/ 165741 w 1065324"/>
                <a:gd name="connsiteY7" fmla="*/ 243439 h 1081639"/>
                <a:gd name="connsiteX8" fmla="*/ 121291 w 1065324"/>
                <a:gd name="connsiteY8" fmla="*/ 353506 h 1081639"/>
                <a:gd name="connsiteX9" fmla="*/ 68374 w 1065324"/>
                <a:gd name="connsiteY9" fmla="*/ 389489 h 1081639"/>
                <a:gd name="connsiteX10" fmla="*/ 17574 w 1065324"/>
                <a:gd name="connsiteY10" fmla="*/ 427589 h 1081639"/>
                <a:gd name="connsiteX11" fmla="*/ 641 w 1065324"/>
                <a:gd name="connsiteY11" fmla="*/ 476272 h 1081639"/>
                <a:gd name="connsiteX12" fmla="*/ 17574 w 1065324"/>
                <a:gd name="connsiteY12" fmla="*/ 594806 h 1081639"/>
                <a:gd name="connsiteX13" fmla="*/ 66258 w 1065324"/>
                <a:gd name="connsiteY13" fmla="*/ 768372 h 1081639"/>
                <a:gd name="connsiteX14" fmla="*/ 140341 w 1065324"/>
                <a:gd name="connsiteY14" fmla="*/ 891139 h 1081639"/>
                <a:gd name="connsiteX15" fmla="*/ 203841 w 1065324"/>
                <a:gd name="connsiteY15" fmla="*/ 980039 h 1081639"/>
                <a:gd name="connsiteX16" fmla="*/ 318141 w 1065324"/>
                <a:gd name="connsiteY16" fmla="*/ 1024489 h 1081639"/>
                <a:gd name="connsiteX17" fmla="*/ 644108 w 1065324"/>
                <a:gd name="connsiteY17" fmla="*/ 1081639 h 1081639"/>
                <a:gd name="connsiteX18" fmla="*/ 735124 w 1065324"/>
                <a:gd name="connsiteY18" fmla="*/ 1077406 h 1081639"/>
                <a:gd name="connsiteX19" fmla="*/ 764758 w 1065324"/>
                <a:gd name="connsiteY19" fmla="*/ 1075289 h 1081639"/>
                <a:gd name="connsiteX20" fmla="*/ 809208 w 1065324"/>
                <a:gd name="connsiteY20" fmla="*/ 1045656 h 1081639"/>
                <a:gd name="connsiteX21" fmla="*/ 948908 w 1065324"/>
                <a:gd name="connsiteY21" fmla="*/ 984272 h 1081639"/>
                <a:gd name="connsiteX22" fmla="*/ 980658 w 1065324"/>
                <a:gd name="connsiteY22" fmla="*/ 965222 h 1081639"/>
                <a:gd name="connsiteX23" fmla="*/ 1031458 w 1065324"/>
                <a:gd name="connsiteY23" fmla="*/ 918656 h 1081639"/>
                <a:gd name="connsiteX24" fmla="*/ 1054741 w 1065324"/>
                <a:gd name="connsiteY24" fmla="*/ 863622 h 1081639"/>
                <a:gd name="connsiteX25" fmla="*/ 1065324 w 1065324"/>
                <a:gd name="connsiteY25" fmla="*/ 683706 h 1081639"/>
                <a:gd name="connsiteX26" fmla="*/ 1046274 w 1065324"/>
                <a:gd name="connsiteY26" fmla="*/ 484739 h 1081639"/>
                <a:gd name="connsiteX27" fmla="*/ 1018758 w 1065324"/>
                <a:gd name="connsiteY27" fmla="*/ 419122 h 1081639"/>
                <a:gd name="connsiteX28" fmla="*/ 1006058 w 1065324"/>
                <a:gd name="connsiteY28" fmla="*/ 372556 h 1081639"/>
                <a:gd name="connsiteX29" fmla="*/ 991241 w 1065324"/>
                <a:gd name="connsiteY29" fmla="*/ 311172 h 1081639"/>
                <a:gd name="connsiteX30" fmla="*/ 936208 w 1065324"/>
                <a:gd name="connsiteY30" fmla="*/ 215922 h 1081639"/>
                <a:gd name="connsiteX31" fmla="*/ 840958 w 1065324"/>
                <a:gd name="connsiteY31" fmla="*/ 150306 h 1081639"/>
                <a:gd name="connsiteX32" fmla="*/ 788041 w 1065324"/>
                <a:gd name="connsiteY32" fmla="*/ 135489 h 1081639"/>
                <a:gd name="connsiteX33" fmla="*/ 760524 w 1065324"/>
                <a:gd name="connsiteY33" fmla="*/ 124906 h 1081639"/>
                <a:gd name="connsiteX34" fmla="*/ 690674 w 1065324"/>
                <a:gd name="connsiteY34" fmla="*/ 80456 h 1081639"/>
                <a:gd name="connsiteX35" fmla="*/ 677974 w 1065324"/>
                <a:gd name="connsiteY35" fmla="*/ 59289 h 1081639"/>
                <a:gd name="connsiteX36" fmla="*/ 667391 w 1065324"/>
                <a:gd name="connsiteY36" fmla="*/ 25422 h 1081639"/>
                <a:gd name="connsiteX37" fmla="*/ 673741 w 1065324"/>
                <a:gd name="connsiteY37" fmla="*/ 16956 h 1081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065324" h="1081639">
                  <a:moveTo>
                    <a:pt x="673741" y="16956"/>
                  </a:moveTo>
                  <a:cubicBezTo>
                    <a:pt x="662805" y="13428"/>
                    <a:pt x="625976" y="7022"/>
                    <a:pt x="601774" y="4256"/>
                  </a:cubicBezTo>
                  <a:cubicBezTo>
                    <a:pt x="538819" y="-2939"/>
                    <a:pt x="481431" y="888"/>
                    <a:pt x="417624" y="2139"/>
                  </a:cubicBezTo>
                  <a:lnTo>
                    <a:pt x="364708" y="8489"/>
                  </a:lnTo>
                  <a:cubicBezTo>
                    <a:pt x="335805" y="11555"/>
                    <a:pt x="306425" y="11256"/>
                    <a:pt x="277924" y="16956"/>
                  </a:cubicBezTo>
                  <a:cubicBezTo>
                    <a:pt x="260190" y="20503"/>
                    <a:pt x="244057" y="29656"/>
                    <a:pt x="227124" y="36006"/>
                  </a:cubicBezTo>
                  <a:cubicBezTo>
                    <a:pt x="194252" y="94165"/>
                    <a:pt x="188632" y="96053"/>
                    <a:pt x="172091" y="173589"/>
                  </a:cubicBezTo>
                  <a:cubicBezTo>
                    <a:pt x="167213" y="196454"/>
                    <a:pt x="169762" y="220408"/>
                    <a:pt x="165741" y="243439"/>
                  </a:cubicBezTo>
                  <a:cubicBezTo>
                    <a:pt x="159893" y="276931"/>
                    <a:pt x="147005" y="327115"/>
                    <a:pt x="121291" y="353506"/>
                  </a:cubicBezTo>
                  <a:cubicBezTo>
                    <a:pt x="106405" y="368784"/>
                    <a:pt x="85732" y="377091"/>
                    <a:pt x="68374" y="389489"/>
                  </a:cubicBezTo>
                  <a:cubicBezTo>
                    <a:pt x="51150" y="401792"/>
                    <a:pt x="34507" y="414889"/>
                    <a:pt x="17574" y="427589"/>
                  </a:cubicBezTo>
                  <a:cubicBezTo>
                    <a:pt x="11930" y="443817"/>
                    <a:pt x="2648" y="459208"/>
                    <a:pt x="641" y="476272"/>
                  </a:cubicBezTo>
                  <a:cubicBezTo>
                    <a:pt x="-3083" y="507930"/>
                    <a:pt x="10310" y="564895"/>
                    <a:pt x="17574" y="594806"/>
                  </a:cubicBezTo>
                  <a:cubicBezTo>
                    <a:pt x="24093" y="621648"/>
                    <a:pt x="55362" y="741473"/>
                    <a:pt x="66258" y="768372"/>
                  </a:cubicBezTo>
                  <a:cubicBezTo>
                    <a:pt x="97758" y="846138"/>
                    <a:pt x="99717" y="837686"/>
                    <a:pt x="140341" y="891139"/>
                  </a:cubicBezTo>
                  <a:cubicBezTo>
                    <a:pt x="163496" y="921606"/>
                    <a:pt x="166045" y="959278"/>
                    <a:pt x="203841" y="980039"/>
                  </a:cubicBezTo>
                  <a:cubicBezTo>
                    <a:pt x="239671" y="999720"/>
                    <a:pt x="278637" y="1013972"/>
                    <a:pt x="318141" y="1024489"/>
                  </a:cubicBezTo>
                  <a:cubicBezTo>
                    <a:pt x="446581" y="1058684"/>
                    <a:pt x="523006" y="1065940"/>
                    <a:pt x="644108" y="1081639"/>
                  </a:cubicBezTo>
                  <a:lnTo>
                    <a:pt x="735124" y="1077406"/>
                  </a:lnTo>
                  <a:cubicBezTo>
                    <a:pt x="745013" y="1076886"/>
                    <a:pt x="755656" y="1079190"/>
                    <a:pt x="764758" y="1075289"/>
                  </a:cubicBezTo>
                  <a:cubicBezTo>
                    <a:pt x="781126" y="1068274"/>
                    <a:pt x="793244" y="1053546"/>
                    <a:pt x="809208" y="1045656"/>
                  </a:cubicBezTo>
                  <a:cubicBezTo>
                    <a:pt x="854806" y="1023119"/>
                    <a:pt x="902860" y="1005875"/>
                    <a:pt x="948908" y="984272"/>
                  </a:cubicBezTo>
                  <a:cubicBezTo>
                    <a:pt x="960082" y="979030"/>
                    <a:pt x="970916" y="972799"/>
                    <a:pt x="980658" y="965222"/>
                  </a:cubicBezTo>
                  <a:cubicBezTo>
                    <a:pt x="1000662" y="949664"/>
                    <a:pt x="1014974" y="935140"/>
                    <a:pt x="1031458" y="918656"/>
                  </a:cubicBezTo>
                  <a:cubicBezTo>
                    <a:pt x="1039219" y="900311"/>
                    <a:pt x="1050510" y="883086"/>
                    <a:pt x="1054741" y="863622"/>
                  </a:cubicBezTo>
                  <a:cubicBezTo>
                    <a:pt x="1064111" y="820522"/>
                    <a:pt x="1064276" y="727741"/>
                    <a:pt x="1065324" y="683706"/>
                  </a:cubicBezTo>
                  <a:cubicBezTo>
                    <a:pt x="1061775" y="593187"/>
                    <a:pt x="1065266" y="570203"/>
                    <a:pt x="1046274" y="484739"/>
                  </a:cubicBezTo>
                  <a:cubicBezTo>
                    <a:pt x="1027598" y="400695"/>
                    <a:pt x="1039173" y="475262"/>
                    <a:pt x="1018758" y="419122"/>
                  </a:cubicBezTo>
                  <a:cubicBezTo>
                    <a:pt x="1013260" y="404002"/>
                    <a:pt x="1010032" y="388146"/>
                    <a:pt x="1006058" y="372556"/>
                  </a:cubicBezTo>
                  <a:cubicBezTo>
                    <a:pt x="1000859" y="352159"/>
                    <a:pt x="998856" y="330795"/>
                    <a:pt x="991241" y="311172"/>
                  </a:cubicBezTo>
                  <a:cubicBezTo>
                    <a:pt x="977721" y="276332"/>
                    <a:pt x="965271" y="239856"/>
                    <a:pt x="936208" y="215922"/>
                  </a:cubicBezTo>
                  <a:cubicBezTo>
                    <a:pt x="905214" y="190397"/>
                    <a:pt x="877506" y="166430"/>
                    <a:pt x="840958" y="150306"/>
                  </a:cubicBezTo>
                  <a:cubicBezTo>
                    <a:pt x="799400" y="131972"/>
                    <a:pt x="819452" y="145483"/>
                    <a:pt x="788041" y="135489"/>
                  </a:cubicBezTo>
                  <a:cubicBezTo>
                    <a:pt x="778676" y="132509"/>
                    <a:pt x="769260" y="129406"/>
                    <a:pt x="760524" y="124906"/>
                  </a:cubicBezTo>
                  <a:cubicBezTo>
                    <a:pt x="733485" y="110977"/>
                    <a:pt x="714868" y="97205"/>
                    <a:pt x="690674" y="80456"/>
                  </a:cubicBezTo>
                  <a:cubicBezTo>
                    <a:pt x="686441" y="73400"/>
                    <a:pt x="681511" y="66718"/>
                    <a:pt x="677974" y="59289"/>
                  </a:cubicBezTo>
                  <a:cubicBezTo>
                    <a:pt x="674164" y="51288"/>
                    <a:pt x="668563" y="35973"/>
                    <a:pt x="667391" y="25422"/>
                  </a:cubicBezTo>
                  <a:cubicBezTo>
                    <a:pt x="667079" y="22617"/>
                    <a:pt x="684677" y="20484"/>
                    <a:pt x="673741" y="16956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7747182" y="2119206"/>
            <a:ext cx="3129763" cy="2221019"/>
            <a:chOff x="7747182" y="2119206"/>
            <a:chExt cx="3129763" cy="2221019"/>
          </a:xfrm>
        </p:grpSpPr>
        <p:grpSp>
          <p:nvGrpSpPr>
            <p:cNvPr id="45" name="组合 44"/>
            <p:cNvGrpSpPr/>
            <p:nvPr/>
          </p:nvGrpSpPr>
          <p:grpSpPr>
            <a:xfrm>
              <a:off x="7747182" y="2119206"/>
              <a:ext cx="3129763" cy="2221019"/>
              <a:chOff x="7747182" y="2119206"/>
              <a:chExt cx="3129763" cy="2221019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7747182" y="3247778"/>
                <a:ext cx="3129763" cy="443209"/>
              </a:xfrm>
              <a:prstGeom prst="ellipse">
                <a:avLst/>
              </a:prstGeom>
              <a:solidFill>
                <a:srgbClr val="8FF2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" name="直接连接符 20"/>
              <p:cNvCxnSpPr/>
              <p:nvPr/>
            </p:nvCxnSpPr>
            <p:spPr>
              <a:xfrm flipV="1">
                <a:off x="9312064" y="2119206"/>
                <a:ext cx="0" cy="222101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/>
            </p:nvCxnSpPr>
            <p:spPr>
              <a:xfrm>
                <a:off x="8392036" y="2658533"/>
                <a:ext cx="920027" cy="8108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>
              <a:xfrm>
                <a:off x="8392036" y="2658533"/>
                <a:ext cx="920027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>
                <a:off x="8392036" y="2658533"/>
                <a:ext cx="0" cy="81084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8377238" y="3469382"/>
                <a:ext cx="91916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弧形 41"/>
              <p:cNvSpPr/>
              <p:nvPr/>
            </p:nvSpPr>
            <p:spPr>
              <a:xfrm rot="6611840">
                <a:off x="9110087" y="3231698"/>
                <a:ext cx="402222" cy="402222"/>
              </a:xfrm>
              <a:prstGeom prst="arc">
                <a:avLst>
                  <a:gd name="adj1" fmla="val 6070113"/>
                  <a:gd name="adj2" fmla="val 9764235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47" name="直接箭头连接符 46"/>
            <p:cNvCxnSpPr/>
            <p:nvPr/>
          </p:nvCxnSpPr>
          <p:spPr>
            <a:xfrm flipH="1">
              <a:off x="9311198" y="2658532"/>
              <a:ext cx="920027" cy="81084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/>
                <p:cNvSpPr txBox="1"/>
                <p:nvPr/>
              </p:nvSpPr>
              <p:spPr>
                <a:xfrm>
                  <a:off x="8907481" y="2878443"/>
                  <a:ext cx="5021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7481" y="2878443"/>
                  <a:ext cx="502157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弧形 49"/>
            <p:cNvSpPr/>
            <p:nvPr/>
          </p:nvSpPr>
          <p:spPr>
            <a:xfrm rot="6611840">
              <a:off x="9114954" y="3231697"/>
              <a:ext cx="402222" cy="402222"/>
            </a:xfrm>
            <a:prstGeom prst="arc">
              <a:avLst>
                <a:gd name="adj1" fmla="val 9555464"/>
                <a:gd name="adj2" fmla="val 13068313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2" name="直接箭头连接符 51"/>
            <p:cNvCxnSpPr/>
            <p:nvPr/>
          </p:nvCxnSpPr>
          <p:spPr>
            <a:xfrm>
              <a:off x="9310332" y="3469381"/>
              <a:ext cx="436856" cy="84401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弧形 57"/>
            <p:cNvSpPr/>
            <p:nvPr/>
          </p:nvSpPr>
          <p:spPr>
            <a:xfrm rot="6611840">
              <a:off x="9118160" y="3231694"/>
              <a:ext cx="402222" cy="402222"/>
            </a:xfrm>
            <a:prstGeom prst="arc">
              <a:avLst>
                <a:gd name="adj1" fmla="val 19204319"/>
                <a:gd name="adj2" fmla="val 20475067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/>
                <p:cNvSpPr txBox="1"/>
                <p:nvPr/>
              </p:nvSpPr>
              <p:spPr>
                <a:xfrm>
                  <a:off x="9237498" y="2891858"/>
                  <a:ext cx="5021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7498" y="2891858"/>
                  <a:ext cx="502157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/>
                <p:cNvSpPr txBox="1"/>
                <p:nvPr/>
              </p:nvSpPr>
              <p:spPr>
                <a:xfrm>
                  <a:off x="9190056" y="3744780"/>
                  <a:ext cx="5021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0056" y="3744780"/>
                  <a:ext cx="502157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/>
          <p:cNvGrpSpPr/>
          <p:nvPr/>
        </p:nvGrpSpPr>
        <p:grpSpPr>
          <a:xfrm>
            <a:off x="1473046" y="3881967"/>
            <a:ext cx="2647437" cy="1743063"/>
            <a:chOff x="1473046" y="3881967"/>
            <a:chExt cx="2647437" cy="1743063"/>
          </a:xfrm>
        </p:grpSpPr>
        <p:grpSp>
          <p:nvGrpSpPr>
            <p:cNvPr id="9" name="组合 8"/>
            <p:cNvGrpSpPr/>
            <p:nvPr/>
          </p:nvGrpSpPr>
          <p:grpSpPr>
            <a:xfrm>
              <a:off x="1473046" y="3881967"/>
              <a:ext cx="2647437" cy="1743063"/>
              <a:chOff x="1473046" y="3881967"/>
              <a:chExt cx="2647437" cy="1743063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473046" y="5463647"/>
                <a:ext cx="161383" cy="161383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3" name="直接箭头连接符 22"/>
              <p:cNvCxnSpPr>
                <a:stCxn id="18" idx="0"/>
              </p:cNvCxnSpPr>
              <p:nvPr/>
            </p:nvCxnSpPr>
            <p:spPr>
              <a:xfrm flipV="1">
                <a:off x="1553738" y="3881967"/>
                <a:ext cx="1506962" cy="15816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" name="组合 38"/>
              <p:cNvGrpSpPr/>
              <p:nvPr/>
            </p:nvGrpSpPr>
            <p:grpSpPr>
              <a:xfrm>
                <a:off x="2287567" y="3929446"/>
                <a:ext cx="1546266" cy="1626709"/>
                <a:chOff x="4584700" y="4139091"/>
                <a:chExt cx="1546266" cy="1626709"/>
              </a:xfrm>
            </p:grpSpPr>
            <p:sp>
              <p:nvSpPr>
                <p:cNvPr id="38" name="任意多边形: 形状 37"/>
                <p:cNvSpPr/>
                <p:nvPr/>
              </p:nvSpPr>
              <p:spPr>
                <a:xfrm>
                  <a:off x="4584700" y="4139091"/>
                  <a:ext cx="1546266" cy="1626709"/>
                </a:xfrm>
                <a:custGeom>
                  <a:avLst/>
                  <a:gdLst>
                    <a:gd name="connsiteX0" fmla="*/ 965200 w 1546266"/>
                    <a:gd name="connsiteY0" fmla="*/ 26509 h 1626709"/>
                    <a:gd name="connsiteX1" fmla="*/ 800100 w 1546266"/>
                    <a:gd name="connsiteY1" fmla="*/ 56142 h 1626709"/>
                    <a:gd name="connsiteX2" fmla="*/ 592667 w 1546266"/>
                    <a:gd name="connsiteY2" fmla="*/ 200076 h 1626709"/>
                    <a:gd name="connsiteX3" fmla="*/ 512233 w 1546266"/>
                    <a:gd name="connsiteY3" fmla="*/ 250876 h 1626709"/>
                    <a:gd name="connsiteX4" fmla="*/ 342900 w 1546266"/>
                    <a:gd name="connsiteY4" fmla="*/ 449842 h 1626709"/>
                    <a:gd name="connsiteX5" fmla="*/ 292100 w 1546266"/>
                    <a:gd name="connsiteY5" fmla="*/ 593776 h 1626709"/>
                    <a:gd name="connsiteX6" fmla="*/ 266700 w 1546266"/>
                    <a:gd name="connsiteY6" fmla="*/ 767342 h 1626709"/>
                    <a:gd name="connsiteX7" fmla="*/ 211667 w 1546266"/>
                    <a:gd name="connsiteY7" fmla="*/ 805442 h 1626709"/>
                    <a:gd name="connsiteX8" fmla="*/ 165100 w 1546266"/>
                    <a:gd name="connsiteY8" fmla="*/ 847776 h 1626709"/>
                    <a:gd name="connsiteX9" fmla="*/ 97367 w 1546266"/>
                    <a:gd name="connsiteY9" fmla="*/ 894342 h 1626709"/>
                    <a:gd name="connsiteX10" fmla="*/ 50800 w 1546266"/>
                    <a:gd name="connsiteY10" fmla="*/ 962076 h 1626709"/>
                    <a:gd name="connsiteX11" fmla="*/ 0 w 1546266"/>
                    <a:gd name="connsiteY11" fmla="*/ 1161042 h 1626709"/>
                    <a:gd name="connsiteX12" fmla="*/ 12700 w 1546266"/>
                    <a:gd name="connsiteY12" fmla="*/ 1360009 h 1626709"/>
                    <a:gd name="connsiteX13" fmla="*/ 46567 w 1546266"/>
                    <a:gd name="connsiteY13" fmla="*/ 1448909 h 1626709"/>
                    <a:gd name="connsiteX14" fmla="*/ 215900 w 1546266"/>
                    <a:gd name="connsiteY14" fmla="*/ 1550509 h 1626709"/>
                    <a:gd name="connsiteX15" fmla="*/ 520700 w 1546266"/>
                    <a:gd name="connsiteY15" fmla="*/ 1626709 h 1626709"/>
                    <a:gd name="connsiteX16" fmla="*/ 609600 w 1546266"/>
                    <a:gd name="connsiteY16" fmla="*/ 1622476 h 1626709"/>
                    <a:gd name="connsiteX17" fmla="*/ 698500 w 1546266"/>
                    <a:gd name="connsiteY17" fmla="*/ 1605542 h 1626709"/>
                    <a:gd name="connsiteX18" fmla="*/ 952500 w 1546266"/>
                    <a:gd name="connsiteY18" fmla="*/ 1597076 h 1626709"/>
                    <a:gd name="connsiteX19" fmla="*/ 1083733 w 1546266"/>
                    <a:gd name="connsiteY19" fmla="*/ 1575909 h 1626709"/>
                    <a:gd name="connsiteX20" fmla="*/ 1371600 w 1546266"/>
                    <a:gd name="connsiteY20" fmla="*/ 1288042 h 1626709"/>
                    <a:gd name="connsiteX21" fmla="*/ 1519767 w 1546266"/>
                    <a:gd name="connsiteY21" fmla="*/ 1072142 h 1626709"/>
                    <a:gd name="connsiteX22" fmla="*/ 1540933 w 1546266"/>
                    <a:gd name="connsiteY22" fmla="*/ 970542 h 1626709"/>
                    <a:gd name="connsiteX23" fmla="*/ 1540933 w 1546266"/>
                    <a:gd name="connsiteY23" fmla="*/ 830842 h 1626709"/>
                    <a:gd name="connsiteX24" fmla="*/ 1524000 w 1546266"/>
                    <a:gd name="connsiteY24" fmla="*/ 644576 h 1626709"/>
                    <a:gd name="connsiteX25" fmla="*/ 1498600 w 1546266"/>
                    <a:gd name="connsiteY25" fmla="*/ 305909 h 1626709"/>
                    <a:gd name="connsiteX26" fmla="*/ 1447800 w 1546266"/>
                    <a:gd name="connsiteY26" fmla="*/ 200076 h 1626709"/>
                    <a:gd name="connsiteX27" fmla="*/ 1401233 w 1546266"/>
                    <a:gd name="connsiteY27" fmla="*/ 149276 h 1626709"/>
                    <a:gd name="connsiteX28" fmla="*/ 1244600 w 1546266"/>
                    <a:gd name="connsiteY28" fmla="*/ 51909 h 1626709"/>
                    <a:gd name="connsiteX29" fmla="*/ 1206500 w 1546266"/>
                    <a:gd name="connsiteY29" fmla="*/ 43442 h 1626709"/>
                    <a:gd name="connsiteX30" fmla="*/ 1172633 w 1546266"/>
                    <a:gd name="connsiteY30" fmla="*/ 34976 h 1626709"/>
                    <a:gd name="connsiteX31" fmla="*/ 1100667 w 1546266"/>
                    <a:gd name="connsiteY31" fmla="*/ 22276 h 1626709"/>
                    <a:gd name="connsiteX32" fmla="*/ 1020233 w 1546266"/>
                    <a:gd name="connsiteY32" fmla="*/ 9576 h 1626709"/>
                    <a:gd name="connsiteX33" fmla="*/ 994833 w 1546266"/>
                    <a:gd name="connsiteY33" fmla="*/ 1109 h 1626709"/>
                    <a:gd name="connsiteX34" fmla="*/ 965200 w 1546266"/>
                    <a:gd name="connsiteY34" fmla="*/ 26509 h 1626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1546266" h="1626709">
                      <a:moveTo>
                        <a:pt x="965200" y="26509"/>
                      </a:moveTo>
                      <a:cubicBezTo>
                        <a:pt x="932744" y="35681"/>
                        <a:pt x="841573" y="37291"/>
                        <a:pt x="800100" y="56142"/>
                      </a:cubicBezTo>
                      <a:cubicBezTo>
                        <a:pt x="733066" y="86612"/>
                        <a:pt x="645988" y="166400"/>
                        <a:pt x="592667" y="200076"/>
                      </a:cubicBezTo>
                      <a:cubicBezTo>
                        <a:pt x="565856" y="217009"/>
                        <a:pt x="536936" y="230993"/>
                        <a:pt x="512233" y="250876"/>
                      </a:cubicBezTo>
                      <a:cubicBezTo>
                        <a:pt x="436477" y="311851"/>
                        <a:pt x="391900" y="365561"/>
                        <a:pt x="342900" y="449842"/>
                      </a:cubicBezTo>
                      <a:cubicBezTo>
                        <a:pt x="320261" y="488780"/>
                        <a:pt x="304669" y="551040"/>
                        <a:pt x="292100" y="593776"/>
                      </a:cubicBezTo>
                      <a:cubicBezTo>
                        <a:pt x="291347" y="604323"/>
                        <a:pt x="290882" y="736047"/>
                        <a:pt x="266700" y="767342"/>
                      </a:cubicBezTo>
                      <a:cubicBezTo>
                        <a:pt x="253058" y="784997"/>
                        <a:pt x="229160" y="791593"/>
                        <a:pt x="211667" y="805442"/>
                      </a:cubicBezTo>
                      <a:cubicBezTo>
                        <a:pt x="195219" y="818463"/>
                        <a:pt x="181146" y="834263"/>
                        <a:pt x="165100" y="847776"/>
                      </a:cubicBezTo>
                      <a:cubicBezTo>
                        <a:pt x="139470" y="869359"/>
                        <a:pt x="125382" y="876833"/>
                        <a:pt x="97367" y="894342"/>
                      </a:cubicBezTo>
                      <a:cubicBezTo>
                        <a:pt x="81845" y="916920"/>
                        <a:pt x="62812" y="937451"/>
                        <a:pt x="50800" y="962076"/>
                      </a:cubicBezTo>
                      <a:cubicBezTo>
                        <a:pt x="8797" y="1048181"/>
                        <a:pt x="12159" y="1071879"/>
                        <a:pt x="0" y="1161042"/>
                      </a:cubicBezTo>
                      <a:cubicBezTo>
                        <a:pt x="4233" y="1227364"/>
                        <a:pt x="2087" y="1294405"/>
                        <a:pt x="12700" y="1360009"/>
                      </a:cubicBezTo>
                      <a:cubicBezTo>
                        <a:pt x="17764" y="1391313"/>
                        <a:pt x="29691" y="1422061"/>
                        <a:pt x="46567" y="1448909"/>
                      </a:cubicBezTo>
                      <a:cubicBezTo>
                        <a:pt x="89408" y="1517066"/>
                        <a:pt x="141974" y="1524747"/>
                        <a:pt x="215900" y="1550509"/>
                      </a:cubicBezTo>
                      <a:cubicBezTo>
                        <a:pt x="402702" y="1615606"/>
                        <a:pt x="346613" y="1599508"/>
                        <a:pt x="520700" y="1626709"/>
                      </a:cubicBezTo>
                      <a:cubicBezTo>
                        <a:pt x="550333" y="1625298"/>
                        <a:pt x="580141" y="1625983"/>
                        <a:pt x="609600" y="1622476"/>
                      </a:cubicBezTo>
                      <a:cubicBezTo>
                        <a:pt x="639555" y="1618910"/>
                        <a:pt x="668416" y="1607770"/>
                        <a:pt x="698500" y="1605542"/>
                      </a:cubicBezTo>
                      <a:cubicBezTo>
                        <a:pt x="782982" y="1599284"/>
                        <a:pt x="867833" y="1599898"/>
                        <a:pt x="952500" y="1597076"/>
                      </a:cubicBezTo>
                      <a:cubicBezTo>
                        <a:pt x="996244" y="1590020"/>
                        <a:pt x="1042277" y="1591553"/>
                        <a:pt x="1083733" y="1575909"/>
                      </a:cubicBezTo>
                      <a:cubicBezTo>
                        <a:pt x="1189200" y="1536110"/>
                        <a:pt x="1335381" y="1331288"/>
                        <a:pt x="1371600" y="1288042"/>
                      </a:cubicBezTo>
                      <a:cubicBezTo>
                        <a:pt x="1464662" y="1176922"/>
                        <a:pt x="1452351" y="1187711"/>
                        <a:pt x="1519767" y="1072142"/>
                      </a:cubicBezTo>
                      <a:cubicBezTo>
                        <a:pt x="1526822" y="1038275"/>
                        <a:pt x="1536361" y="1004832"/>
                        <a:pt x="1540933" y="970542"/>
                      </a:cubicBezTo>
                      <a:cubicBezTo>
                        <a:pt x="1550560" y="898339"/>
                        <a:pt x="1545005" y="891922"/>
                        <a:pt x="1540933" y="830842"/>
                      </a:cubicBezTo>
                      <a:cubicBezTo>
                        <a:pt x="1531674" y="691960"/>
                        <a:pt x="1543939" y="817379"/>
                        <a:pt x="1524000" y="644576"/>
                      </a:cubicBezTo>
                      <a:cubicBezTo>
                        <a:pt x="1520778" y="509231"/>
                        <a:pt x="1525404" y="437493"/>
                        <a:pt x="1498600" y="305909"/>
                      </a:cubicBezTo>
                      <a:cubicBezTo>
                        <a:pt x="1488731" y="257462"/>
                        <a:pt x="1473352" y="236985"/>
                        <a:pt x="1447800" y="200076"/>
                      </a:cubicBezTo>
                      <a:cubicBezTo>
                        <a:pt x="1434690" y="181139"/>
                        <a:pt x="1419344" y="163765"/>
                        <a:pt x="1401233" y="149276"/>
                      </a:cubicBezTo>
                      <a:cubicBezTo>
                        <a:pt x="1350557" y="108736"/>
                        <a:pt x="1302777" y="80997"/>
                        <a:pt x="1244600" y="51909"/>
                      </a:cubicBezTo>
                      <a:cubicBezTo>
                        <a:pt x="1240412" y="49815"/>
                        <a:pt x="1208976" y="44013"/>
                        <a:pt x="1206500" y="43442"/>
                      </a:cubicBezTo>
                      <a:cubicBezTo>
                        <a:pt x="1195162" y="40825"/>
                        <a:pt x="1183971" y="37593"/>
                        <a:pt x="1172633" y="34976"/>
                      </a:cubicBezTo>
                      <a:cubicBezTo>
                        <a:pt x="1151754" y="30158"/>
                        <a:pt x="1117718" y="25285"/>
                        <a:pt x="1100667" y="22276"/>
                      </a:cubicBezTo>
                      <a:cubicBezTo>
                        <a:pt x="1031391" y="10051"/>
                        <a:pt x="1165779" y="30367"/>
                        <a:pt x="1020233" y="9576"/>
                      </a:cubicBezTo>
                      <a:cubicBezTo>
                        <a:pt x="1011766" y="6754"/>
                        <a:pt x="1002582" y="-3319"/>
                        <a:pt x="994833" y="1109"/>
                      </a:cubicBezTo>
                      <a:cubicBezTo>
                        <a:pt x="974984" y="12451"/>
                        <a:pt x="997656" y="17337"/>
                        <a:pt x="965200" y="26509"/>
                      </a:cubicBezTo>
                      <a:close/>
                    </a:path>
                  </a:pathLst>
                </a:custGeom>
                <a:solidFill>
                  <a:srgbClr val="8FF2F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33" name="组合 32"/>
                <p:cNvGrpSpPr/>
                <p:nvPr/>
              </p:nvGrpSpPr>
              <p:grpSpPr>
                <a:xfrm rot="3410062">
                  <a:off x="4721118" y="4874901"/>
                  <a:ext cx="1378619" cy="334434"/>
                  <a:chOff x="4401471" y="4384436"/>
                  <a:chExt cx="2014807" cy="334434"/>
                </a:xfrm>
              </p:grpSpPr>
              <p:sp>
                <p:nvSpPr>
                  <p:cNvPr id="30" name="任意多边形: 形状 29"/>
                  <p:cNvSpPr/>
                  <p:nvPr/>
                </p:nvSpPr>
                <p:spPr>
                  <a:xfrm>
                    <a:off x="4401473" y="4551653"/>
                    <a:ext cx="2014805" cy="167217"/>
                  </a:xfrm>
                  <a:custGeom>
                    <a:avLst/>
                    <a:gdLst>
                      <a:gd name="connsiteX0" fmla="*/ 0 w 2014805"/>
                      <a:gd name="connsiteY0" fmla="*/ 0 h 167217"/>
                      <a:gd name="connsiteX1" fmla="*/ 2014805 w 2014805"/>
                      <a:gd name="connsiteY1" fmla="*/ 0 h 167217"/>
                      <a:gd name="connsiteX2" fmla="*/ 2014805 w 2014805"/>
                      <a:gd name="connsiteY2" fmla="*/ 5 h 167217"/>
                      <a:gd name="connsiteX3" fmla="*/ 1994341 w 2014805"/>
                      <a:gd name="connsiteY3" fmla="*/ 33700 h 167217"/>
                      <a:gd name="connsiteX4" fmla="*/ 1007404 w 2014805"/>
                      <a:gd name="connsiteY4" fmla="*/ 167217 h 167217"/>
                      <a:gd name="connsiteX5" fmla="*/ 0 w 2014805"/>
                      <a:gd name="connsiteY5" fmla="*/ 0 h 1672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014805" h="167217">
                        <a:moveTo>
                          <a:pt x="0" y="0"/>
                        </a:moveTo>
                        <a:lnTo>
                          <a:pt x="2014805" y="0"/>
                        </a:lnTo>
                        <a:lnTo>
                          <a:pt x="2014805" y="5"/>
                        </a:lnTo>
                        <a:lnTo>
                          <a:pt x="1994341" y="33700"/>
                        </a:lnTo>
                        <a:cubicBezTo>
                          <a:pt x="1900405" y="109898"/>
                          <a:pt x="1494232" y="167217"/>
                          <a:pt x="1007404" y="167217"/>
                        </a:cubicBezTo>
                        <a:cubicBezTo>
                          <a:pt x="451030" y="167217"/>
                          <a:pt x="0" y="92351"/>
                          <a:pt x="0" y="0"/>
                        </a:cubicBezTo>
                        <a:close/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" name="椭圆 30"/>
                  <p:cNvSpPr/>
                  <p:nvPr/>
                </p:nvSpPr>
                <p:spPr>
                  <a:xfrm>
                    <a:off x="4401471" y="4384436"/>
                    <a:ext cx="2014807" cy="334434"/>
                  </a:xfrm>
                  <a:prstGeom prst="ellipse">
                    <a:avLst/>
                  </a:prstGeom>
                  <a:solidFill>
                    <a:srgbClr val="8FF2FF"/>
                  </a:solidFill>
                  <a:ln w="8890">
                    <a:prstDash val="sysDot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  <p:cxnSp>
            <p:nvCxnSpPr>
              <p:cNvPr id="41" name="直接箭头连接符 40"/>
              <p:cNvCxnSpPr>
                <a:stCxn id="18" idx="6"/>
              </p:cNvCxnSpPr>
              <p:nvPr/>
            </p:nvCxnSpPr>
            <p:spPr>
              <a:xfrm>
                <a:off x="1634429" y="5544339"/>
                <a:ext cx="2230604" cy="1181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>
                <a:stCxn id="18" idx="7"/>
              </p:cNvCxnSpPr>
              <p:nvPr/>
            </p:nvCxnSpPr>
            <p:spPr>
              <a:xfrm flipV="1">
                <a:off x="1610795" y="5052501"/>
                <a:ext cx="945080" cy="43478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/>
              <p:nvPr/>
            </p:nvCxnSpPr>
            <p:spPr>
              <a:xfrm flipV="1">
                <a:off x="3390755" y="4313396"/>
                <a:ext cx="729728" cy="34432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直接连接符 25"/>
            <p:cNvCxnSpPr/>
            <p:nvPr/>
          </p:nvCxnSpPr>
          <p:spPr>
            <a:xfrm flipV="1">
              <a:off x="2555875" y="4657725"/>
              <a:ext cx="834880" cy="394776"/>
            </a:xfrm>
            <a:prstGeom prst="line">
              <a:avLst/>
            </a:prstGeom>
            <a:ln w="254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组合 114"/>
          <p:cNvGrpSpPr/>
          <p:nvPr/>
        </p:nvGrpSpPr>
        <p:grpSpPr>
          <a:xfrm>
            <a:off x="949237" y="1082878"/>
            <a:ext cx="2014809" cy="2164900"/>
            <a:chOff x="949237" y="1082878"/>
            <a:chExt cx="2014809" cy="2164900"/>
          </a:xfrm>
        </p:grpSpPr>
        <p:grpSp>
          <p:nvGrpSpPr>
            <p:cNvPr id="72" name="组合 71"/>
            <p:cNvGrpSpPr/>
            <p:nvPr/>
          </p:nvGrpSpPr>
          <p:grpSpPr>
            <a:xfrm>
              <a:off x="949237" y="1232970"/>
              <a:ext cx="2014809" cy="2014808"/>
              <a:chOff x="949237" y="1232970"/>
              <a:chExt cx="2014809" cy="2014808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949238" y="1232970"/>
                <a:ext cx="2014808" cy="2014808"/>
              </a:xfrm>
              <a:prstGeom prst="ellipse">
                <a:avLst/>
              </a:prstGeom>
              <a:solidFill>
                <a:srgbClr val="8FF2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949239" y="2239315"/>
                <a:ext cx="2014805" cy="167217"/>
              </a:xfrm>
              <a:custGeom>
                <a:avLst/>
                <a:gdLst>
                  <a:gd name="connsiteX0" fmla="*/ 0 w 2014805"/>
                  <a:gd name="connsiteY0" fmla="*/ 0 h 167217"/>
                  <a:gd name="connsiteX1" fmla="*/ 2014805 w 2014805"/>
                  <a:gd name="connsiteY1" fmla="*/ 0 h 167217"/>
                  <a:gd name="connsiteX2" fmla="*/ 2014805 w 2014805"/>
                  <a:gd name="connsiteY2" fmla="*/ 5 h 167217"/>
                  <a:gd name="connsiteX3" fmla="*/ 1994341 w 2014805"/>
                  <a:gd name="connsiteY3" fmla="*/ 33700 h 167217"/>
                  <a:gd name="connsiteX4" fmla="*/ 1007404 w 2014805"/>
                  <a:gd name="connsiteY4" fmla="*/ 167217 h 167217"/>
                  <a:gd name="connsiteX5" fmla="*/ 0 w 2014805"/>
                  <a:gd name="connsiteY5" fmla="*/ 0 h 167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14805" h="167217">
                    <a:moveTo>
                      <a:pt x="0" y="0"/>
                    </a:moveTo>
                    <a:lnTo>
                      <a:pt x="2014805" y="0"/>
                    </a:lnTo>
                    <a:lnTo>
                      <a:pt x="2014805" y="5"/>
                    </a:lnTo>
                    <a:lnTo>
                      <a:pt x="1994341" y="33700"/>
                    </a:lnTo>
                    <a:cubicBezTo>
                      <a:pt x="1900405" y="109898"/>
                      <a:pt x="1494232" y="167217"/>
                      <a:pt x="1007404" y="167217"/>
                    </a:cubicBezTo>
                    <a:cubicBezTo>
                      <a:pt x="451030" y="167217"/>
                      <a:pt x="0" y="92351"/>
                      <a:pt x="0" y="0"/>
                    </a:cubicBez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949237" y="2072098"/>
                <a:ext cx="2014807" cy="334434"/>
              </a:xfrm>
              <a:prstGeom prst="ellipse">
                <a:avLst/>
              </a:prstGeom>
              <a:solidFill>
                <a:srgbClr val="8FF2FF"/>
              </a:solidFill>
              <a:ln w="8890"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78" name="椭圆 77"/>
            <p:cNvSpPr/>
            <p:nvPr/>
          </p:nvSpPr>
          <p:spPr>
            <a:xfrm flipH="1">
              <a:off x="1575118" y="1462203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乘号 78"/>
            <p:cNvSpPr/>
            <p:nvPr/>
          </p:nvSpPr>
          <p:spPr>
            <a:xfrm rot="2218051">
              <a:off x="1344611" y="1771652"/>
              <a:ext cx="53975" cy="53975"/>
            </a:xfrm>
            <a:prstGeom prst="mathMultiply">
              <a:avLst>
                <a:gd name="adj1" fmla="val 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158402" y="1338835"/>
              <a:ext cx="486566" cy="503579"/>
            </a:xfrm>
            <a:custGeom>
              <a:avLst/>
              <a:gdLst>
                <a:gd name="connsiteX0" fmla="*/ 344293 w 486566"/>
                <a:gd name="connsiteY0" fmla="*/ 0 h 503579"/>
                <a:gd name="connsiteX1" fmla="*/ 387427 w 486566"/>
                <a:gd name="connsiteY1" fmla="*/ 61619 h 503579"/>
                <a:gd name="connsiteX2" fmla="*/ 435357 w 486566"/>
                <a:gd name="connsiteY2" fmla="*/ 478139 h 503579"/>
                <a:gd name="connsiteX3" fmla="*/ 43576 w 486566"/>
                <a:gd name="connsiteY3" fmla="*/ 328827 h 503579"/>
                <a:gd name="connsiteX4" fmla="*/ 0 w 486566"/>
                <a:gd name="connsiteY4" fmla="*/ 278182 h 503579"/>
                <a:gd name="connsiteX5" fmla="*/ 12238 w 486566"/>
                <a:gd name="connsiteY5" fmla="*/ 261816 h 503579"/>
                <a:gd name="connsiteX6" fmla="*/ 309411 w 486566"/>
                <a:gd name="connsiteY6" fmla="*/ 16803 h 503579"/>
                <a:gd name="connsiteX7" fmla="*/ 344293 w 486566"/>
                <a:gd name="connsiteY7" fmla="*/ 0 h 50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6566" h="503579">
                  <a:moveTo>
                    <a:pt x="344293" y="0"/>
                  </a:moveTo>
                  <a:lnTo>
                    <a:pt x="387427" y="61619"/>
                  </a:lnTo>
                  <a:cubicBezTo>
                    <a:pt x="496534" y="235796"/>
                    <a:pt x="520162" y="412236"/>
                    <a:pt x="435357" y="478139"/>
                  </a:cubicBezTo>
                  <a:cubicBezTo>
                    <a:pt x="350551" y="544042"/>
                    <a:pt x="185412" y="477571"/>
                    <a:pt x="43576" y="328827"/>
                  </a:cubicBezTo>
                  <a:lnTo>
                    <a:pt x="0" y="278182"/>
                  </a:lnTo>
                  <a:lnTo>
                    <a:pt x="12238" y="261816"/>
                  </a:lnTo>
                  <a:cubicBezTo>
                    <a:pt x="94360" y="162309"/>
                    <a:pt x="195218" y="78837"/>
                    <a:pt x="309411" y="16803"/>
                  </a:cubicBezTo>
                  <a:lnTo>
                    <a:pt x="344293" y="0"/>
                  </a:lnTo>
                  <a:close/>
                </a:path>
              </a:pathLst>
            </a:custGeom>
            <a:solidFill>
              <a:srgbClr val="8FF2FF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993198" y="1082878"/>
              <a:ext cx="510842" cy="534133"/>
            </a:xfrm>
            <a:custGeom>
              <a:avLst/>
              <a:gdLst>
                <a:gd name="connsiteX0" fmla="*/ 141157 w 510842"/>
                <a:gd name="connsiteY0" fmla="*/ 202 h 534133"/>
                <a:gd name="connsiteX1" fmla="*/ 502049 w 510842"/>
                <a:gd name="connsiteY1" fmla="*/ 243391 h 534133"/>
                <a:gd name="connsiteX2" fmla="*/ 510842 w 510842"/>
                <a:gd name="connsiteY2" fmla="*/ 255951 h 534133"/>
                <a:gd name="connsiteX3" fmla="*/ 475960 w 510842"/>
                <a:gd name="connsiteY3" fmla="*/ 272754 h 534133"/>
                <a:gd name="connsiteX4" fmla="*/ 178787 w 510842"/>
                <a:gd name="connsiteY4" fmla="*/ 517767 h 534133"/>
                <a:gd name="connsiteX5" fmla="*/ 166549 w 510842"/>
                <a:gd name="connsiteY5" fmla="*/ 534133 h 534133"/>
                <a:gd name="connsiteX6" fmla="*/ 151067 w 510842"/>
                <a:gd name="connsiteY6" fmla="*/ 516140 h 534133"/>
                <a:gd name="connsiteX7" fmla="*/ 51210 w 510842"/>
                <a:gd name="connsiteY7" fmla="*/ 25441 h 534133"/>
                <a:gd name="connsiteX8" fmla="*/ 141157 w 510842"/>
                <a:gd name="connsiteY8" fmla="*/ 202 h 53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0842" h="534133">
                  <a:moveTo>
                    <a:pt x="141157" y="202"/>
                  </a:moveTo>
                  <a:cubicBezTo>
                    <a:pt x="245944" y="5045"/>
                    <a:pt x="387996" y="96625"/>
                    <a:pt x="502049" y="243391"/>
                  </a:cubicBezTo>
                  <a:lnTo>
                    <a:pt x="510842" y="255951"/>
                  </a:lnTo>
                  <a:lnTo>
                    <a:pt x="475960" y="272754"/>
                  </a:lnTo>
                  <a:cubicBezTo>
                    <a:pt x="361767" y="334788"/>
                    <a:pt x="260909" y="418260"/>
                    <a:pt x="178787" y="517767"/>
                  </a:cubicBezTo>
                  <a:lnTo>
                    <a:pt x="166549" y="534133"/>
                  </a:lnTo>
                  <a:lnTo>
                    <a:pt x="151067" y="516140"/>
                  </a:lnTo>
                  <a:cubicBezTo>
                    <a:pt x="-1003" y="320452"/>
                    <a:pt x="-45710" y="100759"/>
                    <a:pt x="51210" y="25441"/>
                  </a:cubicBezTo>
                  <a:cubicBezTo>
                    <a:pt x="75440" y="6611"/>
                    <a:pt x="106229" y="-1412"/>
                    <a:pt x="141157" y="202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14" name="椭圆 113"/>
            <p:cNvSpPr/>
            <p:nvPr/>
          </p:nvSpPr>
          <p:spPr>
            <a:xfrm rot="19253677">
              <a:off x="1480755" y="2047876"/>
              <a:ext cx="1035050" cy="444500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299041" y="4531304"/>
            <a:ext cx="2565309" cy="859700"/>
            <a:chOff x="1299041" y="4531304"/>
            <a:chExt cx="2565309" cy="859700"/>
          </a:xfrm>
        </p:grpSpPr>
        <p:sp>
          <p:nvSpPr>
            <p:cNvPr id="4" name="椭圆 3"/>
            <p:cNvSpPr/>
            <p:nvPr/>
          </p:nvSpPr>
          <p:spPr>
            <a:xfrm>
              <a:off x="1748950" y="4940982"/>
              <a:ext cx="161383" cy="16138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5" name="椭圆 4"/>
            <p:cNvSpPr/>
            <p:nvPr/>
          </p:nvSpPr>
          <p:spPr>
            <a:xfrm>
              <a:off x="3333750" y="4940981"/>
              <a:ext cx="161383" cy="16138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" name="直接箭头连接符 6"/>
            <p:cNvCxnSpPr>
              <a:stCxn id="4" idx="6"/>
            </p:cNvCxnSpPr>
            <p:nvPr/>
          </p:nvCxnSpPr>
          <p:spPr>
            <a:xfrm>
              <a:off x="1910333" y="5021674"/>
              <a:ext cx="142341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2091441" y="5021672"/>
              <a:ext cx="106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299041" y="4531304"/>
              <a:ext cx="106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+q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803150" y="4531304"/>
              <a:ext cx="106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-q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组合 163"/>
          <p:cNvGrpSpPr/>
          <p:nvPr/>
        </p:nvGrpSpPr>
        <p:grpSpPr>
          <a:xfrm>
            <a:off x="248024" y="778897"/>
            <a:ext cx="1318847" cy="1318847"/>
            <a:chOff x="248024" y="778897"/>
            <a:chExt cx="1318847" cy="1318847"/>
          </a:xfrm>
        </p:grpSpPr>
        <p:sp>
          <p:nvSpPr>
            <p:cNvPr id="4" name="椭圆 3"/>
            <p:cNvSpPr/>
            <p:nvPr/>
          </p:nvSpPr>
          <p:spPr>
            <a:xfrm>
              <a:off x="248024" y="778897"/>
              <a:ext cx="1318847" cy="13188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5" name="直接连接符 14"/>
            <p:cNvCxnSpPr>
              <a:stCxn id="4" idx="2"/>
              <a:endCxn id="4" idx="6"/>
            </p:cNvCxnSpPr>
            <p:nvPr/>
          </p:nvCxnSpPr>
          <p:spPr>
            <a:xfrm>
              <a:off x="248024" y="1438321"/>
              <a:ext cx="131884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4" idx="0"/>
              <a:endCxn id="4" idx="4"/>
            </p:cNvCxnSpPr>
            <p:nvPr/>
          </p:nvCxnSpPr>
          <p:spPr>
            <a:xfrm>
              <a:off x="907448" y="778897"/>
              <a:ext cx="0" cy="13188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5" name="组合 164"/>
          <p:cNvGrpSpPr/>
          <p:nvPr/>
        </p:nvGrpSpPr>
        <p:grpSpPr>
          <a:xfrm>
            <a:off x="2698812" y="778898"/>
            <a:ext cx="1318847" cy="1318847"/>
            <a:chOff x="2698812" y="778898"/>
            <a:chExt cx="1318847" cy="1318847"/>
          </a:xfrm>
        </p:grpSpPr>
        <p:sp>
          <p:nvSpPr>
            <p:cNvPr id="5" name="椭圆 4"/>
            <p:cNvSpPr/>
            <p:nvPr/>
          </p:nvSpPr>
          <p:spPr>
            <a:xfrm>
              <a:off x="2698812" y="778898"/>
              <a:ext cx="1318847" cy="13188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0" name="直接连接符 19"/>
            <p:cNvCxnSpPr>
              <a:stCxn id="5" idx="2"/>
              <a:endCxn id="5" idx="6"/>
            </p:cNvCxnSpPr>
            <p:nvPr/>
          </p:nvCxnSpPr>
          <p:spPr>
            <a:xfrm>
              <a:off x="2698812" y="1438322"/>
              <a:ext cx="131884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组合 165"/>
          <p:cNvGrpSpPr/>
          <p:nvPr/>
        </p:nvGrpSpPr>
        <p:grpSpPr>
          <a:xfrm>
            <a:off x="5149600" y="778899"/>
            <a:ext cx="1318847" cy="1318847"/>
            <a:chOff x="5149600" y="778899"/>
            <a:chExt cx="1318847" cy="1318847"/>
          </a:xfrm>
        </p:grpSpPr>
        <p:sp>
          <p:nvSpPr>
            <p:cNvPr id="6" name="椭圆 5"/>
            <p:cNvSpPr/>
            <p:nvPr/>
          </p:nvSpPr>
          <p:spPr>
            <a:xfrm>
              <a:off x="5149600" y="778899"/>
              <a:ext cx="1318847" cy="13188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5211233" y="1159933"/>
              <a:ext cx="1206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5211233" y="1718733"/>
              <a:ext cx="118956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组合 166"/>
          <p:cNvGrpSpPr/>
          <p:nvPr/>
        </p:nvGrpSpPr>
        <p:grpSpPr>
          <a:xfrm>
            <a:off x="7600388" y="778896"/>
            <a:ext cx="1318847" cy="1318847"/>
            <a:chOff x="7600388" y="778896"/>
            <a:chExt cx="1318847" cy="1318847"/>
          </a:xfrm>
        </p:grpSpPr>
        <p:sp>
          <p:nvSpPr>
            <p:cNvPr id="51" name="椭圆 50"/>
            <p:cNvSpPr/>
            <p:nvPr/>
          </p:nvSpPr>
          <p:spPr>
            <a:xfrm>
              <a:off x="7600388" y="778896"/>
              <a:ext cx="1318847" cy="13188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7662021" y="1159930"/>
              <a:ext cx="12065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endCxn id="51" idx="3"/>
            </p:cNvCxnSpPr>
            <p:nvPr/>
          </p:nvCxnSpPr>
          <p:spPr>
            <a:xfrm flipH="1">
              <a:off x="7793529" y="1157845"/>
              <a:ext cx="466283" cy="74675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endCxn id="51" idx="5"/>
            </p:cNvCxnSpPr>
            <p:nvPr/>
          </p:nvCxnSpPr>
          <p:spPr>
            <a:xfrm>
              <a:off x="8259812" y="1157845"/>
              <a:ext cx="466282" cy="74675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" name="组合 167"/>
          <p:cNvGrpSpPr/>
          <p:nvPr/>
        </p:nvGrpSpPr>
        <p:grpSpPr>
          <a:xfrm>
            <a:off x="10051175" y="778896"/>
            <a:ext cx="1318847" cy="1318847"/>
            <a:chOff x="10051175" y="778896"/>
            <a:chExt cx="1318847" cy="1318847"/>
          </a:xfrm>
        </p:grpSpPr>
        <p:sp>
          <p:nvSpPr>
            <p:cNvPr id="8" name="椭圆 7"/>
            <p:cNvSpPr/>
            <p:nvPr/>
          </p:nvSpPr>
          <p:spPr>
            <a:xfrm>
              <a:off x="10051175" y="778896"/>
              <a:ext cx="1318847" cy="13188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1" name="直接连接符 60"/>
            <p:cNvCxnSpPr>
              <a:stCxn id="8" idx="4"/>
              <a:endCxn id="8" idx="1"/>
            </p:cNvCxnSpPr>
            <p:nvPr/>
          </p:nvCxnSpPr>
          <p:spPr>
            <a:xfrm flipH="1" flipV="1">
              <a:off x="10244316" y="972037"/>
              <a:ext cx="466283" cy="11257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>
              <a:stCxn id="8" idx="4"/>
              <a:endCxn id="8" idx="7"/>
            </p:cNvCxnSpPr>
            <p:nvPr/>
          </p:nvCxnSpPr>
          <p:spPr>
            <a:xfrm flipV="1">
              <a:off x="10710599" y="972037"/>
              <a:ext cx="466282" cy="11257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组合 168"/>
          <p:cNvGrpSpPr/>
          <p:nvPr/>
        </p:nvGrpSpPr>
        <p:grpSpPr>
          <a:xfrm>
            <a:off x="248024" y="3631967"/>
            <a:ext cx="1318847" cy="1318847"/>
            <a:chOff x="248024" y="3631967"/>
            <a:chExt cx="1318847" cy="1318847"/>
          </a:xfrm>
        </p:grpSpPr>
        <p:sp>
          <p:nvSpPr>
            <p:cNvPr id="9" name="椭圆 8"/>
            <p:cNvSpPr/>
            <p:nvPr/>
          </p:nvSpPr>
          <p:spPr>
            <a:xfrm>
              <a:off x="248024" y="3631967"/>
              <a:ext cx="1318847" cy="13188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0" name="直接连接符 69"/>
            <p:cNvCxnSpPr/>
            <p:nvPr/>
          </p:nvCxnSpPr>
          <p:spPr>
            <a:xfrm>
              <a:off x="300567" y="4028017"/>
              <a:ext cx="491066" cy="91069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>
              <a:endCxn id="9" idx="7"/>
            </p:cNvCxnSpPr>
            <p:nvPr/>
          </p:nvCxnSpPr>
          <p:spPr>
            <a:xfrm flipV="1">
              <a:off x="791633" y="3825108"/>
              <a:ext cx="582097" cy="112570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>
              <a:stCxn id="9" idx="1"/>
            </p:cNvCxnSpPr>
            <p:nvPr/>
          </p:nvCxnSpPr>
          <p:spPr>
            <a:xfrm>
              <a:off x="441165" y="3825108"/>
              <a:ext cx="582097" cy="111360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V="1">
              <a:off x="1023262" y="4004733"/>
              <a:ext cx="481688" cy="93398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组合 169"/>
          <p:cNvGrpSpPr/>
          <p:nvPr/>
        </p:nvGrpSpPr>
        <p:grpSpPr>
          <a:xfrm>
            <a:off x="2698812" y="3631968"/>
            <a:ext cx="1318847" cy="1318847"/>
            <a:chOff x="2698812" y="3631968"/>
            <a:chExt cx="1318847" cy="1318847"/>
          </a:xfrm>
        </p:grpSpPr>
        <p:sp>
          <p:nvSpPr>
            <p:cNvPr id="10" name="椭圆 9"/>
            <p:cNvSpPr/>
            <p:nvPr/>
          </p:nvSpPr>
          <p:spPr>
            <a:xfrm>
              <a:off x="2698812" y="3631968"/>
              <a:ext cx="1318847" cy="13188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7" name="直接连接符 86"/>
            <p:cNvCxnSpPr>
              <a:stCxn id="10" idx="1"/>
            </p:cNvCxnSpPr>
            <p:nvPr/>
          </p:nvCxnSpPr>
          <p:spPr>
            <a:xfrm>
              <a:off x="2891953" y="3825109"/>
              <a:ext cx="466281" cy="46628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>
              <a:endCxn id="10" idx="4"/>
            </p:cNvCxnSpPr>
            <p:nvPr/>
          </p:nvCxnSpPr>
          <p:spPr>
            <a:xfrm>
              <a:off x="3358234" y="4291392"/>
              <a:ext cx="2" cy="65942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>
              <a:stCxn id="10" idx="7"/>
            </p:cNvCxnSpPr>
            <p:nvPr/>
          </p:nvCxnSpPr>
          <p:spPr>
            <a:xfrm flipH="1">
              <a:off x="3358234" y="3825109"/>
              <a:ext cx="466284" cy="46628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组合 170"/>
          <p:cNvGrpSpPr/>
          <p:nvPr/>
        </p:nvGrpSpPr>
        <p:grpSpPr>
          <a:xfrm>
            <a:off x="5149599" y="3631968"/>
            <a:ext cx="1318847" cy="1318847"/>
            <a:chOff x="5149599" y="3631968"/>
            <a:chExt cx="1318847" cy="1318847"/>
          </a:xfrm>
        </p:grpSpPr>
        <p:sp>
          <p:nvSpPr>
            <p:cNvPr id="99" name="椭圆 98"/>
            <p:cNvSpPr/>
            <p:nvPr/>
          </p:nvSpPr>
          <p:spPr>
            <a:xfrm>
              <a:off x="5149599" y="3631968"/>
              <a:ext cx="1318847" cy="13188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4" name="直接连接符 103"/>
            <p:cNvCxnSpPr/>
            <p:nvPr/>
          </p:nvCxnSpPr>
          <p:spPr>
            <a:xfrm flipH="1">
              <a:off x="5211233" y="4020512"/>
              <a:ext cx="59779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5809023" y="4019501"/>
              <a:ext cx="0" cy="54378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5795963" y="4564293"/>
              <a:ext cx="62177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组合 171"/>
          <p:cNvGrpSpPr/>
          <p:nvPr/>
        </p:nvGrpSpPr>
        <p:grpSpPr>
          <a:xfrm>
            <a:off x="7600388" y="3631970"/>
            <a:ext cx="1318847" cy="1318847"/>
            <a:chOff x="7600388" y="3631970"/>
            <a:chExt cx="1318847" cy="1318847"/>
          </a:xfrm>
        </p:grpSpPr>
        <p:sp>
          <p:nvSpPr>
            <p:cNvPr id="12" name="椭圆 11"/>
            <p:cNvSpPr/>
            <p:nvPr/>
          </p:nvSpPr>
          <p:spPr>
            <a:xfrm>
              <a:off x="7600388" y="3631970"/>
              <a:ext cx="1318847" cy="13188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2" name="直接连接符 121"/>
            <p:cNvCxnSpPr>
              <a:stCxn id="12" idx="2"/>
              <a:endCxn id="12" idx="6"/>
            </p:cNvCxnSpPr>
            <p:nvPr/>
          </p:nvCxnSpPr>
          <p:spPr>
            <a:xfrm>
              <a:off x="7600388" y="4291394"/>
              <a:ext cx="131884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>
              <a:stCxn id="12" idx="0"/>
            </p:cNvCxnSpPr>
            <p:nvPr/>
          </p:nvCxnSpPr>
          <p:spPr>
            <a:xfrm>
              <a:off x="8259812" y="3631970"/>
              <a:ext cx="0" cy="65942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组合 172"/>
          <p:cNvGrpSpPr/>
          <p:nvPr/>
        </p:nvGrpSpPr>
        <p:grpSpPr>
          <a:xfrm>
            <a:off x="10051174" y="3619866"/>
            <a:ext cx="1318847" cy="1318847"/>
            <a:chOff x="10051174" y="3619866"/>
            <a:chExt cx="1318847" cy="1318847"/>
          </a:xfrm>
        </p:grpSpPr>
        <p:sp>
          <p:nvSpPr>
            <p:cNvPr id="125" name="椭圆 124"/>
            <p:cNvSpPr/>
            <p:nvPr/>
          </p:nvSpPr>
          <p:spPr>
            <a:xfrm>
              <a:off x="10051174" y="3619866"/>
              <a:ext cx="1318847" cy="13188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43" name="直接连接符 142"/>
            <p:cNvCxnSpPr>
              <a:stCxn id="125" idx="2"/>
            </p:cNvCxnSpPr>
            <p:nvPr/>
          </p:nvCxnSpPr>
          <p:spPr>
            <a:xfrm>
              <a:off x="10051174" y="4279290"/>
              <a:ext cx="1931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11065057" y="4658173"/>
              <a:ext cx="1931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 rot="1800000" flipH="1" flipV="1">
              <a:off x="10233025" y="4279297"/>
              <a:ext cx="832032" cy="37888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 flipV="1">
              <a:off x="10236728" y="4096669"/>
              <a:ext cx="156633" cy="1826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10905067" y="4658173"/>
              <a:ext cx="159990" cy="18263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2849995" y="4135966"/>
            <a:ext cx="2183437" cy="1452034"/>
            <a:chOff x="2849995" y="4135966"/>
            <a:chExt cx="2183437" cy="1452034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2936488" y="4817327"/>
              <a:ext cx="192761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>
              <a:off x="3413202" y="4159250"/>
              <a:ext cx="0" cy="6580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4292600" y="4135967"/>
              <a:ext cx="0" cy="6813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3852333" y="4817327"/>
              <a:ext cx="0" cy="77067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2849995" y="4160205"/>
                  <a:ext cx="502157" cy="4447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</m:e>
                        </m:acc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9995" y="4160205"/>
                  <a:ext cx="502157" cy="44473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4292600" y="4135966"/>
                  <a:ext cx="502157" cy="412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</m:e>
                        </m:acc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2600" y="4135966"/>
                  <a:ext cx="502157" cy="41248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3900294" y="5053950"/>
                  <a:ext cx="1133138" cy="4426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</m:e>
                        </m:acc>
                      </m:oMath>
                    </m:oMathPara>
                  </a14:m>
                  <a:endParaRPr lang="en-US" altLang="zh-CN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0294" y="5053950"/>
                  <a:ext cx="1133138" cy="44268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412750" y="311150"/>
            <a:ext cx="3220720" cy="1800000"/>
            <a:chOff x="3175000" y="2286000"/>
            <a:chExt cx="3220720" cy="1800000"/>
          </a:xfrm>
        </p:grpSpPr>
        <p:sp>
          <p:nvSpPr>
            <p:cNvPr id="4" name="椭圆 3"/>
            <p:cNvSpPr/>
            <p:nvPr/>
          </p:nvSpPr>
          <p:spPr>
            <a:xfrm>
              <a:off x="3552092" y="2286000"/>
              <a:ext cx="1800000" cy="18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5352092" y="2826000"/>
              <a:ext cx="720000" cy="72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/>
          </p:nvCxnSpPr>
          <p:spPr>
            <a:xfrm flipH="1">
              <a:off x="3312160" y="3186000"/>
              <a:ext cx="308356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H="1">
              <a:off x="3175000" y="2636520"/>
              <a:ext cx="2744235" cy="1035480"/>
            </a:xfrm>
            <a:prstGeom prst="line">
              <a:avLst/>
            </a:prstGeom>
            <a:ln w="25400"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flipH="1" flipV="1">
              <a:off x="5540131" y="2778125"/>
              <a:ext cx="171961" cy="40787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弧形 17"/>
            <p:cNvSpPr/>
            <p:nvPr/>
          </p:nvSpPr>
          <p:spPr>
            <a:xfrm rot="6611840">
              <a:off x="4329788" y="2823389"/>
              <a:ext cx="659086" cy="659086"/>
            </a:xfrm>
            <a:prstGeom prst="arc">
              <a:avLst>
                <a:gd name="adj1" fmla="val 13289230"/>
                <a:gd name="adj2" fmla="val 15413092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4423729" y="3186000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5355263" y="3186000"/>
              <a:ext cx="0" cy="2895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5712092" y="3186000"/>
              <a:ext cx="0" cy="2895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H="1">
              <a:off x="4421612" y="3320121"/>
              <a:ext cx="9304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H="1">
              <a:off x="5352092" y="3320121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/>
                <p:cNvSpPr txBox="1"/>
                <p:nvPr/>
              </p:nvSpPr>
              <p:spPr>
                <a:xfrm>
                  <a:off x="5599378" y="2830984"/>
                  <a:ext cx="259612" cy="3334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altLang="zh-CN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800" b="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9378" y="2830984"/>
                  <a:ext cx="259612" cy="33342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4780558" y="3320121"/>
                  <a:ext cx="259612" cy="215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altLang="zh-CN" sz="8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0558" y="3320121"/>
                  <a:ext cx="259612" cy="21582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5396998" y="3308581"/>
                  <a:ext cx="259612" cy="215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altLang="zh-CN" sz="8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6998" y="3308581"/>
                  <a:ext cx="259612" cy="215828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/>
                <p:cNvSpPr txBox="1"/>
                <p:nvPr/>
              </p:nvSpPr>
              <p:spPr>
                <a:xfrm>
                  <a:off x="4962675" y="2948581"/>
                  <a:ext cx="25961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oMath>
                    </m:oMathPara>
                  </a14:m>
                  <a:endParaRPr lang="en-US" altLang="zh-CN" sz="8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2675" y="2948581"/>
                  <a:ext cx="259612" cy="215444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/>
          <p:cNvGrpSpPr/>
          <p:nvPr/>
        </p:nvGrpSpPr>
        <p:grpSpPr>
          <a:xfrm>
            <a:off x="4748842" y="1549559"/>
            <a:ext cx="2168425" cy="1800000"/>
            <a:chOff x="4748842" y="1549559"/>
            <a:chExt cx="2168425" cy="1800000"/>
          </a:xfrm>
        </p:grpSpPr>
        <p:sp>
          <p:nvSpPr>
            <p:cNvPr id="41" name="椭圆 40"/>
            <p:cNvSpPr/>
            <p:nvPr/>
          </p:nvSpPr>
          <p:spPr>
            <a:xfrm>
              <a:off x="4988774" y="1549559"/>
              <a:ext cx="1800000" cy="18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5003442" y="2089559"/>
              <a:ext cx="720000" cy="72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直接连接符 42"/>
            <p:cNvCxnSpPr/>
            <p:nvPr/>
          </p:nvCxnSpPr>
          <p:spPr>
            <a:xfrm flipH="1">
              <a:off x="4748842" y="2449559"/>
              <a:ext cx="216842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5003442" y="1876742"/>
              <a:ext cx="1752958" cy="1144230"/>
            </a:xfrm>
            <a:prstGeom prst="line">
              <a:avLst/>
            </a:prstGeom>
            <a:ln w="25400"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 flipH="1" flipV="1">
              <a:off x="5361096" y="2462974"/>
              <a:ext cx="108954" cy="24206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弧形 45"/>
            <p:cNvSpPr/>
            <p:nvPr/>
          </p:nvSpPr>
          <p:spPr>
            <a:xfrm rot="6611840">
              <a:off x="5583957" y="2020834"/>
              <a:ext cx="659086" cy="659086"/>
            </a:xfrm>
            <a:prstGeom prst="arc">
              <a:avLst>
                <a:gd name="adj1" fmla="val 1603804"/>
                <a:gd name="adj2" fmla="val 3209826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5888774" y="2154893"/>
              <a:ext cx="0" cy="288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4986219" y="2159992"/>
              <a:ext cx="0" cy="2895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5402102" y="2319867"/>
              <a:ext cx="0" cy="123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 flipH="1">
              <a:off x="5003442" y="2241743"/>
              <a:ext cx="88755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 flipH="1">
              <a:off x="5003442" y="2380610"/>
              <a:ext cx="3986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5106940" y="2442893"/>
                  <a:ext cx="259612" cy="3334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altLang="zh-CN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800" b="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6940" y="2442893"/>
                  <a:ext cx="259612" cy="33342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/>
                <p:cNvSpPr txBox="1"/>
                <p:nvPr/>
              </p:nvSpPr>
              <p:spPr>
                <a:xfrm>
                  <a:off x="5362050" y="2073860"/>
                  <a:ext cx="259612" cy="215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altLang="zh-CN" sz="8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2050" y="2073860"/>
                  <a:ext cx="259612" cy="21582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/>
                <p:cNvSpPr txBox="1"/>
                <p:nvPr/>
              </p:nvSpPr>
              <p:spPr>
                <a:xfrm>
                  <a:off x="5078293" y="2211953"/>
                  <a:ext cx="259612" cy="215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altLang="zh-CN" sz="8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8293" y="2211953"/>
                  <a:ext cx="259612" cy="215828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/>
                <p:cNvSpPr txBox="1"/>
                <p:nvPr/>
              </p:nvSpPr>
              <p:spPr>
                <a:xfrm>
                  <a:off x="5431250" y="2421641"/>
                  <a:ext cx="25961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altLang="zh-CN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oMath>
                    </m:oMathPara>
                  </a14:m>
                  <a:endParaRPr lang="en-US" altLang="zh-CN" sz="8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1250" y="2421641"/>
                  <a:ext cx="259612" cy="215444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208655" cy="1325880"/>
          </a:xfrm>
        </p:spPr>
        <p:txBody>
          <a:bodyPr/>
          <a:lstStyle/>
          <a:p>
            <a:r>
              <a:rPr lang="zh-CN" altLang="en-US"/>
              <a:t>未放入</a:t>
            </a:r>
            <a:r>
              <a:rPr lang="en-US" altLang="zh-CN"/>
              <a:t>HTML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36905" y="1880235"/>
            <a:ext cx="3931285" cy="2519680"/>
            <a:chOff x="4671" y="4698"/>
            <a:chExt cx="6191" cy="3968"/>
          </a:xfrm>
        </p:grpSpPr>
        <p:sp>
          <p:nvSpPr>
            <p:cNvPr id="4" name="圆柱形 3"/>
            <p:cNvSpPr/>
            <p:nvPr/>
          </p:nvSpPr>
          <p:spPr>
            <a:xfrm rot="16200000">
              <a:off x="7892" y="6399"/>
              <a:ext cx="3969" cy="567"/>
            </a:xfrm>
            <a:prstGeom prst="ca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圆柱形 14"/>
            <p:cNvSpPr/>
            <p:nvPr/>
          </p:nvSpPr>
          <p:spPr>
            <a:xfrm rot="16200000">
              <a:off x="8595" y="6399"/>
              <a:ext cx="3968" cy="567"/>
            </a:xfrm>
            <a:prstGeom prst="can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6" name="圆柱形 15"/>
            <p:cNvSpPr/>
            <p:nvPr/>
          </p:nvSpPr>
          <p:spPr>
            <a:xfrm rot="16200000">
              <a:off x="2970" y="6399"/>
              <a:ext cx="3968" cy="567"/>
            </a:xfrm>
            <a:prstGeom prst="can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7" name="圆柱形 16"/>
            <p:cNvSpPr/>
            <p:nvPr/>
          </p:nvSpPr>
          <p:spPr>
            <a:xfrm rot="16200000">
              <a:off x="3673" y="6399"/>
              <a:ext cx="3968" cy="567"/>
            </a:xfrm>
            <a:prstGeom prst="ca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8" name="圆柱形 17"/>
            <p:cNvSpPr/>
            <p:nvPr/>
          </p:nvSpPr>
          <p:spPr>
            <a:xfrm rot="16200000">
              <a:off x="4376" y="6399"/>
              <a:ext cx="3968" cy="567"/>
            </a:xfrm>
            <a:prstGeom prst="can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9" name="圆柱形 18"/>
            <p:cNvSpPr/>
            <p:nvPr/>
          </p:nvSpPr>
          <p:spPr>
            <a:xfrm rot="16200000">
              <a:off x="5079" y="6399"/>
              <a:ext cx="3968" cy="567"/>
            </a:xfrm>
            <a:prstGeom prst="ca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0" name="圆柱形 19"/>
            <p:cNvSpPr/>
            <p:nvPr/>
          </p:nvSpPr>
          <p:spPr>
            <a:xfrm rot="16200000">
              <a:off x="5782" y="6399"/>
              <a:ext cx="3968" cy="567"/>
            </a:xfrm>
            <a:prstGeom prst="can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1" name="圆柱形 20"/>
            <p:cNvSpPr/>
            <p:nvPr/>
          </p:nvSpPr>
          <p:spPr>
            <a:xfrm rot="16200000">
              <a:off x="6485" y="6399"/>
              <a:ext cx="3968" cy="567"/>
            </a:xfrm>
            <a:prstGeom prst="ca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2" name="圆柱形 21"/>
            <p:cNvSpPr/>
            <p:nvPr/>
          </p:nvSpPr>
          <p:spPr>
            <a:xfrm rot="16200000">
              <a:off x="7188" y="6399"/>
              <a:ext cx="3968" cy="567"/>
            </a:xfrm>
            <a:prstGeom prst="can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5021" y="4818"/>
              <a:ext cx="5621" cy="3818"/>
              <a:chOff x="4685" y="4818"/>
              <a:chExt cx="5621" cy="3818"/>
            </a:xfrm>
          </p:grpSpPr>
          <p:sp>
            <p:nvSpPr>
              <p:cNvPr id="24" name="弧形 23"/>
              <p:cNvSpPr/>
              <p:nvPr/>
            </p:nvSpPr>
            <p:spPr>
              <a:xfrm>
                <a:off x="4685" y="5028"/>
                <a:ext cx="2811" cy="3608"/>
              </a:xfrm>
              <a:prstGeom prst="arc">
                <a:avLst>
                  <a:gd name="adj1" fmla="val 10727950"/>
                  <a:gd name="adj2" fmla="val 14045"/>
                </a:avLst>
              </a:prstGeom>
              <a:ln w="508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弧形 24"/>
              <p:cNvSpPr/>
              <p:nvPr/>
            </p:nvSpPr>
            <p:spPr>
              <a:xfrm rot="10800000">
                <a:off x="7496" y="4818"/>
                <a:ext cx="2811" cy="3608"/>
              </a:xfrm>
              <a:prstGeom prst="arc">
                <a:avLst>
                  <a:gd name="adj1" fmla="val 10707781"/>
                  <a:gd name="adj2" fmla="val 14045"/>
                </a:avLst>
              </a:prstGeom>
              <a:ln w="508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190822" y="2135646"/>
            <a:ext cx="1909101" cy="3663737"/>
            <a:chOff x="5190822" y="2135646"/>
            <a:chExt cx="1909101" cy="3663737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557485" y="3099138"/>
              <a:ext cx="0" cy="25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635536" y="2379138"/>
              <a:ext cx="0" cy="25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557485" y="4899138"/>
              <a:ext cx="1079074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5557485" y="2379138"/>
              <a:ext cx="1079074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 flipV="1">
              <a:off x="5202104" y="3018442"/>
              <a:ext cx="36000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 flipV="1">
              <a:off x="6274514" y="2289138"/>
              <a:ext cx="36000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 flipV="1">
              <a:off x="5190822" y="5510530"/>
              <a:ext cx="360000" cy="9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5202104" y="2990530"/>
              <a:ext cx="0" cy="25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5193395" y="2298442"/>
              <a:ext cx="1079074" cy="7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6096000" y="4050030"/>
              <a:ext cx="992265" cy="2654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6096000" y="2135646"/>
              <a:ext cx="0" cy="3663737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/>
                <p:cNvSpPr txBox="1"/>
                <p:nvPr/>
              </p:nvSpPr>
              <p:spPr>
                <a:xfrm>
                  <a:off x="6688228" y="3896459"/>
                  <a:ext cx="262059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𝐤</m:t>
                        </m:r>
                      </m:oMath>
                    </m:oMathPara>
                  </a14:m>
                  <a:endParaRPr lang="en-US" altLang="zh-CN" b="0" dirty="0"/>
                </a:p>
                <a:p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8228" y="3896459"/>
                  <a:ext cx="262059" cy="553998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文本框 32"/>
            <p:cNvSpPr txBox="1"/>
            <p:nvPr/>
          </p:nvSpPr>
          <p:spPr>
            <a:xfrm>
              <a:off x="6173197" y="5370864"/>
              <a:ext cx="926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光轴</a:t>
              </a:r>
              <a:endPara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347659" y="216610"/>
            <a:ext cx="3783320" cy="3877000"/>
            <a:chOff x="3821151" y="1149420"/>
            <a:chExt cx="3783320" cy="3877000"/>
          </a:xfrm>
        </p:grpSpPr>
        <p:sp>
          <p:nvSpPr>
            <p:cNvPr id="30" name="矩形 29"/>
            <p:cNvSpPr/>
            <p:nvPr/>
          </p:nvSpPr>
          <p:spPr>
            <a:xfrm>
              <a:off x="3821151" y="2326416"/>
              <a:ext cx="3600000" cy="180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" name="直接箭头连接符 2"/>
            <p:cNvCxnSpPr/>
            <p:nvPr/>
          </p:nvCxnSpPr>
          <p:spPr>
            <a:xfrm>
              <a:off x="3821151" y="3226420"/>
              <a:ext cx="360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 rot="16200000">
              <a:off x="3786760" y="3226420"/>
              <a:ext cx="360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7421151" y="3087919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1151" y="3087919"/>
                  <a:ext cx="183320" cy="27699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5493401" y="1149420"/>
                  <a:ext cx="1867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3401" y="1149420"/>
                  <a:ext cx="186718" cy="27699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5368624" y="3226418"/>
                  <a:ext cx="18139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8624" y="3226418"/>
                  <a:ext cx="181396" cy="27699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/>
            <p:cNvCxnSpPr/>
            <p:nvPr/>
          </p:nvCxnSpPr>
          <p:spPr>
            <a:xfrm>
              <a:off x="3821151" y="2326418"/>
              <a:ext cx="360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3821151" y="4126422"/>
              <a:ext cx="360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5381609" y="2049418"/>
                  <a:ext cx="18678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1609" y="2049418"/>
                  <a:ext cx="186781" cy="27699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5188671" y="4126422"/>
                  <a:ext cx="3599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8671" y="4126422"/>
                  <a:ext cx="359906" cy="276999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5949357" y="2672423"/>
                  <a:ext cx="28796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9357" y="2672423"/>
                  <a:ext cx="287963" cy="276999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5949357" y="1807167"/>
                  <a:ext cx="2932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9357" y="1807167"/>
                  <a:ext cx="293285" cy="276999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5949356" y="4403421"/>
                  <a:ext cx="2932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9356" y="4403421"/>
                  <a:ext cx="293285" cy="276999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组合 81"/>
          <p:cNvGrpSpPr/>
          <p:nvPr/>
        </p:nvGrpSpPr>
        <p:grpSpPr>
          <a:xfrm>
            <a:off x="5720715" y="2349666"/>
            <a:ext cx="2702560" cy="1637391"/>
            <a:chOff x="5720715" y="2349666"/>
            <a:chExt cx="2702560" cy="1637391"/>
          </a:xfrm>
        </p:grpSpPr>
        <p:sp>
          <p:nvSpPr>
            <p:cNvPr id="2" name="椭圆 1"/>
            <p:cNvSpPr/>
            <p:nvPr/>
          </p:nvSpPr>
          <p:spPr>
            <a:xfrm>
              <a:off x="6054510" y="2835254"/>
              <a:ext cx="360000" cy="10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>
              <a:stCxn id="2" idx="0"/>
            </p:cNvCxnSpPr>
            <p:nvPr/>
          </p:nvCxnSpPr>
          <p:spPr>
            <a:xfrm>
              <a:off x="6234509" y="2835254"/>
              <a:ext cx="180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5873750" y="3375254"/>
              <a:ext cx="2549525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>
              <a:stCxn id="2" idx="0"/>
              <a:endCxn id="2" idx="4"/>
            </p:cNvCxnSpPr>
            <p:nvPr/>
          </p:nvCxnSpPr>
          <p:spPr>
            <a:xfrm>
              <a:off x="6234510" y="2835254"/>
              <a:ext cx="0" cy="10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flipV="1">
              <a:off x="5900335" y="3375254"/>
              <a:ext cx="334174" cy="5325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V="1">
              <a:off x="6234511" y="2835253"/>
              <a:ext cx="671114" cy="53793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弧形 39"/>
            <p:cNvSpPr/>
            <p:nvPr/>
          </p:nvSpPr>
          <p:spPr>
            <a:xfrm>
              <a:off x="6054510" y="2922825"/>
              <a:ext cx="666263" cy="666263"/>
            </a:xfrm>
            <a:prstGeom prst="arc">
              <a:avLst>
                <a:gd name="adj1" fmla="val 8055764"/>
                <a:gd name="adj2" fmla="val 9480252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/>
                <p:cNvSpPr txBox="1"/>
                <p:nvPr/>
              </p:nvSpPr>
              <p:spPr>
                <a:xfrm>
                  <a:off x="5720715" y="3384450"/>
                  <a:ext cx="323037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US" altLang="zh-CN" sz="10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715" y="3384450"/>
                  <a:ext cx="323037" cy="153888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箭头连接符 45"/>
            <p:cNvCxnSpPr/>
            <p:nvPr/>
          </p:nvCxnSpPr>
          <p:spPr>
            <a:xfrm flipV="1">
              <a:off x="5978847" y="3370766"/>
              <a:ext cx="255661" cy="616291"/>
            </a:xfrm>
            <a:prstGeom prst="straightConnector1">
              <a:avLst/>
            </a:prstGeom>
            <a:ln>
              <a:solidFill>
                <a:srgbClr val="FF0000"/>
              </a:solidFill>
              <a:tailEnd type="stealt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 flipV="1">
              <a:off x="6234508" y="2835253"/>
              <a:ext cx="360003" cy="547130"/>
            </a:xfrm>
            <a:prstGeom prst="straightConnector1">
              <a:avLst/>
            </a:prstGeom>
            <a:ln>
              <a:solidFill>
                <a:srgbClr val="FF0000"/>
              </a:solidFill>
              <a:tailEnd type="stealt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 flipV="1">
              <a:off x="6590118" y="2570607"/>
              <a:ext cx="111648" cy="269136"/>
            </a:xfrm>
            <a:prstGeom prst="straightConnector1">
              <a:avLst/>
            </a:prstGeom>
            <a:ln>
              <a:solidFill>
                <a:srgbClr val="FF0000"/>
              </a:solidFill>
              <a:tailEnd type="stealt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>
              <a:off x="6896381" y="2839743"/>
              <a:ext cx="992519" cy="7257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弧形 62"/>
            <p:cNvSpPr/>
            <p:nvPr/>
          </p:nvSpPr>
          <p:spPr>
            <a:xfrm>
              <a:off x="6383248" y="2465071"/>
              <a:ext cx="666263" cy="666263"/>
            </a:xfrm>
            <a:prstGeom prst="arc">
              <a:avLst>
                <a:gd name="adj1" fmla="val 438986"/>
                <a:gd name="adj2" fmla="val 145417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/>
                <p:cNvSpPr txBox="1"/>
                <p:nvPr/>
              </p:nvSpPr>
              <p:spPr>
                <a:xfrm>
                  <a:off x="7112495" y="2835253"/>
                  <a:ext cx="15055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64" name="文本框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2495" y="2835253"/>
                  <a:ext cx="150554" cy="153888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弧形 65"/>
            <p:cNvSpPr/>
            <p:nvPr/>
          </p:nvSpPr>
          <p:spPr>
            <a:xfrm>
              <a:off x="5832342" y="3056723"/>
              <a:ext cx="666263" cy="666263"/>
            </a:xfrm>
            <a:prstGeom prst="arc">
              <a:avLst>
                <a:gd name="adj1" fmla="val 19632627"/>
                <a:gd name="adj2" fmla="val 2154646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/>
                <p:cNvSpPr txBox="1"/>
                <p:nvPr/>
              </p:nvSpPr>
              <p:spPr>
                <a:xfrm>
                  <a:off x="6528049" y="3179012"/>
                  <a:ext cx="15055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69" name="文本框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049" y="3179012"/>
                  <a:ext cx="150554" cy="153888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接连接符 71"/>
            <p:cNvCxnSpPr>
              <a:stCxn id="2" idx="4"/>
            </p:cNvCxnSpPr>
            <p:nvPr/>
          </p:nvCxnSpPr>
          <p:spPr>
            <a:xfrm>
              <a:off x="6234510" y="3915254"/>
              <a:ext cx="179999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6902450" y="2771334"/>
              <a:ext cx="0" cy="36000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弧形 78"/>
            <p:cNvSpPr/>
            <p:nvPr/>
          </p:nvSpPr>
          <p:spPr>
            <a:xfrm>
              <a:off x="6603326" y="2349666"/>
              <a:ext cx="666263" cy="666263"/>
            </a:xfrm>
            <a:prstGeom prst="arc">
              <a:avLst>
                <a:gd name="adj1" fmla="val 5773880"/>
                <a:gd name="adj2" fmla="val 747510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/>
                <p:cNvSpPr txBox="1"/>
                <p:nvPr/>
              </p:nvSpPr>
              <p:spPr>
                <a:xfrm>
                  <a:off x="6718948" y="3013347"/>
                  <a:ext cx="15145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 xmlns="">
            <p:sp>
              <p:nvSpPr>
                <p:cNvPr id="80" name="文本框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8948" y="3013347"/>
                  <a:ext cx="151452" cy="153888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>
            <a:extLst>
              <a:ext uri="{FF2B5EF4-FFF2-40B4-BE49-F238E27FC236}">
                <a16:creationId xmlns:a16="http://schemas.microsoft.com/office/drawing/2014/main" id="{054BF3F9-6364-1DA2-9132-8997C6BB91F6}"/>
              </a:ext>
            </a:extLst>
          </p:cNvPr>
          <p:cNvGrpSpPr/>
          <p:nvPr/>
        </p:nvGrpSpPr>
        <p:grpSpPr>
          <a:xfrm>
            <a:off x="261058" y="414738"/>
            <a:ext cx="2137410" cy="2707005"/>
            <a:chOff x="3656330" y="1029335"/>
            <a:chExt cx="2137410" cy="2707005"/>
          </a:xfrm>
        </p:grpSpPr>
        <p:sp>
          <p:nvSpPr>
            <p:cNvPr id="4" name="任意多边形 3"/>
            <p:cNvSpPr/>
            <p:nvPr/>
          </p:nvSpPr>
          <p:spPr>
            <a:xfrm>
              <a:off x="3890645" y="1029335"/>
              <a:ext cx="1903095" cy="2707005"/>
            </a:xfrm>
            <a:custGeom>
              <a:avLst/>
              <a:gdLst>
                <a:gd name="connsiteX0" fmla="*/ 0 w 2997"/>
                <a:gd name="connsiteY0" fmla="*/ 2418 h 4263"/>
                <a:gd name="connsiteX1" fmla="*/ 881 w 2997"/>
                <a:gd name="connsiteY1" fmla="*/ 0 h 4263"/>
                <a:gd name="connsiteX2" fmla="*/ 2997 w 2997"/>
                <a:gd name="connsiteY2" fmla="*/ 2418 h 4263"/>
                <a:gd name="connsiteX3" fmla="*/ 1498 w 2997"/>
                <a:gd name="connsiteY3" fmla="*/ 4263 h 4263"/>
                <a:gd name="connsiteX4" fmla="*/ 0 w 2997"/>
                <a:gd name="connsiteY4" fmla="*/ 2418 h 4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7" h="4263">
                  <a:moveTo>
                    <a:pt x="0" y="2418"/>
                  </a:moveTo>
                  <a:cubicBezTo>
                    <a:pt x="0" y="1399"/>
                    <a:pt x="54" y="0"/>
                    <a:pt x="881" y="0"/>
                  </a:cubicBezTo>
                  <a:cubicBezTo>
                    <a:pt x="1709" y="0"/>
                    <a:pt x="2997" y="1399"/>
                    <a:pt x="2997" y="2418"/>
                  </a:cubicBezTo>
                  <a:cubicBezTo>
                    <a:pt x="2997" y="3437"/>
                    <a:pt x="2326" y="4263"/>
                    <a:pt x="1498" y="4263"/>
                  </a:cubicBezTo>
                  <a:cubicBezTo>
                    <a:pt x="671" y="4263"/>
                    <a:pt x="0" y="3437"/>
                    <a:pt x="0" y="2418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4381500" y="1625600"/>
              <a:ext cx="452755" cy="4527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589780" y="1833880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281805" y="3108960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H="1">
              <a:off x="4300220" y="1870075"/>
              <a:ext cx="299720" cy="12490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endCxn id="5" idx="6"/>
            </p:cNvCxnSpPr>
            <p:nvPr/>
          </p:nvCxnSpPr>
          <p:spPr>
            <a:xfrm>
              <a:off x="4599940" y="1847215"/>
              <a:ext cx="234315" cy="50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07450545-6706-B382-C93A-73AB17B238A8}"/>
                    </a:ext>
                  </a:extLst>
                </p:cNvPr>
                <p:cNvSpPr txBox="1"/>
                <p:nvPr/>
              </p:nvSpPr>
              <p:spPr>
                <a:xfrm>
                  <a:off x="3674534" y="1608667"/>
                  <a:ext cx="16030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altLang="zh-CN" sz="1200" b="0" dirty="0"/>
                </a:p>
              </p:txBody>
            </p:sp>
          </mc:Choice>
          <mc:Fallback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07450545-6706-B382-C93A-73AB17B238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4534" y="1608667"/>
                  <a:ext cx="160300" cy="184666"/>
                </a:xfrm>
                <a:prstGeom prst="rect">
                  <a:avLst/>
                </a:prstGeom>
                <a:blipFill>
                  <a:blip r:embed="rId2"/>
                  <a:stretch>
                    <a:fillRect l="-26923" t="-3333" r="-26923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EDFCFCC-D658-CEB3-FF6F-3B4F52701C65}"/>
                    </a:ext>
                  </a:extLst>
                </p:cNvPr>
                <p:cNvSpPr txBox="1"/>
                <p:nvPr/>
              </p:nvSpPr>
              <p:spPr>
                <a:xfrm>
                  <a:off x="3656330" y="2244337"/>
                  <a:ext cx="13631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altLang="zh-CN" sz="1200" b="0" dirty="0"/>
                </a:p>
              </p:txBody>
            </p:sp>
          </mc:Choice>
          <mc:Fallback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EDFCFCC-D658-CEB3-FF6F-3B4F52701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6330" y="2244337"/>
                  <a:ext cx="136319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27273" r="-27273" b="-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514F67E-6789-4F06-0331-746AEF674AE2}"/>
                    </a:ext>
                  </a:extLst>
                </p:cNvPr>
                <p:cNvSpPr txBox="1"/>
                <p:nvPr/>
              </p:nvSpPr>
              <p:spPr>
                <a:xfrm>
                  <a:off x="4651724" y="1662549"/>
                  <a:ext cx="11067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n-US" altLang="zh-CN" sz="1200" b="0" dirty="0"/>
                </a:p>
              </p:txBody>
            </p:sp>
          </mc:Choice>
          <mc:Fallback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514F67E-6789-4F06-0331-746AEF674A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1724" y="1662549"/>
                  <a:ext cx="110671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16667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909AD99-8EDA-51B8-F623-C155733AF418}"/>
                    </a:ext>
                  </a:extLst>
                </p:cNvPr>
                <p:cNvSpPr txBox="1"/>
                <p:nvPr/>
              </p:nvSpPr>
              <p:spPr>
                <a:xfrm>
                  <a:off x="4337677" y="2290504"/>
                  <a:ext cx="112403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altLang="zh-CN" sz="1200" b="0" dirty="0"/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909AD99-8EDA-51B8-F623-C155733AF4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7677" y="2290504"/>
                  <a:ext cx="112403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22222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7C55FEE-13BA-295C-C9F2-4F5B4CCC87F5}"/>
                    </a:ext>
                  </a:extLst>
                </p:cNvPr>
                <p:cNvSpPr txBox="1"/>
                <p:nvPr/>
              </p:nvSpPr>
              <p:spPr>
                <a:xfrm>
                  <a:off x="4776861" y="1981577"/>
                  <a:ext cx="22640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b>
                        </m:s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altLang="zh-CN" sz="1200" b="0" dirty="0"/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7C55FEE-13BA-295C-C9F2-4F5B4CCC87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6861" y="1981577"/>
                  <a:ext cx="226409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16216" t="-3226" r="-18919" b="-64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881D92CE-C532-098C-1DB5-8FD16575CA56}"/>
              </a:ext>
            </a:extLst>
          </p:cNvPr>
          <p:cNvGrpSpPr/>
          <p:nvPr/>
        </p:nvGrpSpPr>
        <p:grpSpPr>
          <a:xfrm>
            <a:off x="3481778" y="1237380"/>
            <a:ext cx="688975" cy="452755"/>
            <a:chOff x="6877050" y="1851977"/>
            <a:chExt cx="688975" cy="452755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EA939E51-50C2-2024-96FB-9D02A475A748}"/>
                </a:ext>
              </a:extLst>
            </p:cNvPr>
            <p:cNvSpPr/>
            <p:nvPr/>
          </p:nvSpPr>
          <p:spPr>
            <a:xfrm>
              <a:off x="6877050" y="1851977"/>
              <a:ext cx="452755" cy="4527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E383A5E9-92E0-CA20-904C-A828F4D1C8B7}"/>
                </a:ext>
              </a:extLst>
            </p:cNvPr>
            <p:cNvSpPr/>
            <p:nvPr/>
          </p:nvSpPr>
          <p:spPr>
            <a:xfrm>
              <a:off x="7085330" y="206025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D9BB89B2-ED70-4424-4F8E-22A981383B92}"/>
                </a:ext>
              </a:extLst>
            </p:cNvPr>
            <p:cNvCxnSpPr>
              <a:stCxn id="25" idx="6"/>
              <a:endCxn id="24" idx="6"/>
            </p:cNvCxnSpPr>
            <p:nvPr/>
          </p:nvCxnSpPr>
          <p:spPr>
            <a:xfrm>
              <a:off x="7121330" y="2078257"/>
              <a:ext cx="208475" cy="98"/>
            </a:xfrm>
            <a:prstGeom prst="straightConnector1">
              <a:avLst/>
            </a:prstGeom>
            <a:ln w="12700">
              <a:solidFill>
                <a:srgbClr val="FF0000">
                  <a:alpha val="50000"/>
                </a:srgb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5AD068A2-8349-2189-E372-BFFCB19055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1330" y="2078257"/>
              <a:ext cx="444695" cy="0"/>
            </a:xfrm>
            <a:prstGeom prst="straightConnector1">
              <a:avLst/>
            </a:prstGeom>
            <a:ln w="12700">
              <a:solidFill>
                <a:srgbClr val="92D050">
                  <a:alpha val="50000"/>
                </a:srgb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0FB0E0C-2545-17FA-425F-002A63ABCEE8}"/>
                    </a:ext>
                  </a:extLst>
                </p:cNvPr>
                <p:cNvSpPr txBox="1"/>
                <p:nvPr/>
              </p:nvSpPr>
              <p:spPr>
                <a:xfrm>
                  <a:off x="7403832" y="2104687"/>
                  <a:ext cx="88165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zh-CN" sz="8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en-US" altLang="zh-CN" sz="800" b="0" dirty="0">
                    <a:solidFill>
                      <a:srgbClr val="92D050"/>
                    </a:solidFill>
                  </a:endParaRPr>
                </a:p>
              </p:txBody>
            </p:sp>
          </mc:Choice>
          <mc:Fallback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0FB0E0C-2545-17FA-425F-002A63ABC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3832" y="2104687"/>
                  <a:ext cx="88165" cy="123111"/>
                </a:xfrm>
                <a:prstGeom prst="rect">
                  <a:avLst/>
                </a:prstGeom>
                <a:blipFill>
                  <a:blip r:embed="rId7"/>
                  <a:stretch>
                    <a:fillRect l="-21429" r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B266AA19-CA6A-3F2F-881F-C52637A1CD67}"/>
                    </a:ext>
                  </a:extLst>
                </p:cNvPr>
                <p:cNvSpPr txBox="1"/>
                <p:nvPr/>
              </p:nvSpPr>
              <p:spPr>
                <a:xfrm>
                  <a:off x="7192523" y="1937146"/>
                  <a:ext cx="76944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zh-CN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en-US" altLang="zh-CN" sz="800" b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B266AA19-CA6A-3F2F-881F-C52637A1CD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2523" y="1937146"/>
                  <a:ext cx="76944" cy="123111"/>
                </a:xfrm>
                <a:prstGeom prst="rect">
                  <a:avLst/>
                </a:prstGeom>
                <a:blipFill>
                  <a:blip r:embed="rId8"/>
                  <a:stretch>
                    <a:fillRect l="-23077" r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24CF8062-5BB7-9CDA-02FC-7743DFC20241}"/>
              </a:ext>
            </a:extLst>
          </p:cNvPr>
          <p:cNvGrpSpPr/>
          <p:nvPr/>
        </p:nvGrpSpPr>
        <p:grpSpPr>
          <a:xfrm>
            <a:off x="2808043" y="2134363"/>
            <a:ext cx="857636" cy="720000"/>
            <a:chOff x="7491997" y="3600450"/>
            <a:chExt cx="857636" cy="720000"/>
          </a:xfrm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7A5F6A85-51C3-C0CD-0E82-30F0986505F5}"/>
                </a:ext>
              </a:extLst>
            </p:cNvPr>
            <p:cNvSpPr/>
            <p:nvPr/>
          </p:nvSpPr>
          <p:spPr>
            <a:xfrm>
              <a:off x="7491997" y="3600450"/>
              <a:ext cx="720000" cy="72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F3A2F87D-0DA5-FDA3-603A-C0D5A82735F8}"/>
                </a:ext>
              </a:extLst>
            </p:cNvPr>
            <p:cNvCxnSpPr>
              <a:cxnSpLocks/>
              <a:stCxn id="66" idx="7"/>
              <a:endCxn id="52" idx="7"/>
            </p:cNvCxnSpPr>
            <p:nvPr/>
          </p:nvCxnSpPr>
          <p:spPr>
            <a:xfrm flipV="1">
              <a:off x="7864725" y="3705892"/>
              <a:ext cx="241830" cy="2418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9CBC1B51-6100-BBFA-D95D-F362A00EDE5E}"/>
                </a:ext>
              </a:extLst>
            </p:cNvPr>
            <p:cNvSpPr/>
            <p:nvPr/>
          </p:nvSpPr>
          <p:spPr>
            <a:xfrm>
              <a:off x="7833997" y="3942450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F313D70A-31F5-E25E-C583-CB69E637FD03}"/>
                </a:ext>
              </a:extLst>
            </p:cNvPr>
            <p:cNvCxnSpPr>
              <a:cxnSpLocks/>
              <a:stCxn id="66" idx="6"/>
              <a:endCxn id="52" idx="6"/>
            </p:cNvCxnSpPr>
            <p:nvPr/>
          </p:nvCxnSpPr>
          <p:spPr>
            <a:xfrm>
              <a:off x="7869997" y="3960450"/>
              <a:ext cx="342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弧形 69">
              <a:extLst>
                <a:ext uri="{FF2B5EF4-FFF2-40B4-BE49-F238E27FC236}">
                  <a16:creationId xmlns:a16="http://schemas.microsoft.com/office/drawing/2014/main" id="{FC7D1D42-DE18-0E36-91FA-C665FC6EDAB9}"/>
                </a:ext>
              </a:extLst>
            </p:cNvPr>
            <p:cNvSpPr/>
            <p:nvPr/>
          </p:nvSpPr>
          <p:spPr>
            <a:xfrm>
              <a:off x="7756725" y="3870450"/>
              <a:ext cx="180000" cy="180000"/>
            </a:xfrm>
            <a:prstGeom prst="arc">
              <a:avLst>
                <a:gd name="adj1" fmla="val 19092745"/>
                <a:gd name="adj2" fmla="val 200608"/>
              </a:avLst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DBDCA877-F3BB-FB03-ED8C-6F337E615E8C}"/>
                    </a:ext>
                  </a:extLst>
                </p:cNvPr>
                <p:cNvSpPr txBox="1"/>
                <p:nvPr/>
              </p:nvSpPr>
              <p:spPr>
                <a:xfrm>
                  <a:off x="7843751" y="3960450"/>
                  <a:ext cx="185948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dΩ</m:t>
                        </m:r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DBDCA877-F3BB-FB03-ED8C-6F337E615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3751" y="3960450"/>
                  <a:ext cx="185948" cy="153888"/>
                </a:xfrm>
                <a:prstGeom prst="rect">
                  <a:avLst/>
                </a:prstGeom>
                <a:blipFill>
                  <a:blip r:embed="rId9"/>
                  <a:stretch>
                    <a:fillRect l="-19355" r="-16129" b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E1540223-95FB-6000-EDFA-E8BA774F1C82}"/>
                    </a:ext>
                  </a:extLst>
                </p:cNvPr>
                <p:cNvSpPr txBox="1"/>
                <p:nvPr/>
              </p:nvSpPr>
              <p:spPr>
                <a:xfrm>
                  <a:off x="7895038" y="3710198"/>
                  <a:ext cx="906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E1540223-95FB-6000-EDFA-E8BA774F1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5038" y="3710198"/>
                  <a:ext cx="90602" cy="153888"/>
                </a:xfrm>
                <a:prstGeom prst="rect">
                  <a:avLst/>
                </a:prstGeom>
                <a:blipFill>
                  <a:blip r:embed="rId10"/>
                  <a:stretch>
                    <a:fillRect l="-26667" r="-13333"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53EB1D0A-3E82-22D2-6975-B2A754447789}"/>
                    </a:ext>
                  </a:extLst>
                </p:cNvPr>
                <p:cNvSpPr txBox="1"/>
                <p:nvPr/>
              </p:nvSpPr>
              <p:spPr>
                <a:xfrm>
                  <a:off x="8188307" y="3749863"/>
                  <a:ext cx="161326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altLang="zh-CN" sz="1000" b="0" dirty="0"/>
                </a:p>
              </p:txBody>
            </p:sp>
          </mc:Choice>
          <mc:Fallback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53EB1D0A-3E82-22D2-6975-B2A754447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8307" y="3749863"/>
                  <a:ext cx="161326" cy="153888"/>
                </a:xfrm>
                <a:prstGeom prst="rect">
                  <a:avLst/>
                </a:prstGeom>
                <a:blipFill>
                  <a:blip r:embed="rId11"/>
                  <a:stretch>
                    <a:fillRect l="-23077" r="-23077" b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B778AF27-10AC-7472-F798-B3599E070C99}"/>
              </a:ext>
            </a:extLst>
          </p:cNvPr>
          <p:cNvGrpSpPr/>
          <p:nvPr/>
        </p:nvGrpSpPr>
        <p:grpSpPr>
          <a:xfrm>
            <a:off x="6179525" y="1463757"/>
            <a:ext cx="688975" cy="452755"/>
            <a:chOff x="6877050" y="1851977"/>
            <a:chExt cx="688975" cy="452755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97C67AE7-D4E6-1BF1-CBCA-1C47E82AFA0A}"/>
                </a:ext>
              </a:extLst>
            </p:cNvPr>
            <p:cNvSpPr/>
            <p:nvPr/>
          </p:nvSpPr>
          <p:spPr>
            <a:xfrm>
              <a:off x="6877050" y="1851977"/>
              <a:ext cx="452755" cy="4527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36D6D113-9717-6522-A5C9-A45AD78E2197}"/>
                </a:ext>
              </a:extLst>
            </p:cNvPr>
            <p:cNvSpPr/>
            <p:nvPr/>
          </p:nvSpPr>
          <p:spPr>
            <a:xfrm>
              <a:off x="7085330" y="2060257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FA8ED95C-A070-8760-0033-C9752D1D7288}"/>
                </a:ext>
              </a:extLst>
            </p:cNvPr>
            <p:cNvCxnSpPr>
              <a:stCxn id="82" idx="6"/>
              <a:endCxn id="81" idx="6"/>
            </p:cNvCxnSpPr>
            <p:nvPr/>
          </p:nvCxnSpPr>
          <p:spPr>
            <a:xfrm>
              <a:off x="7121330" y="2078257"/>
              <a:ext cx="208475" cy="98"/>
            </a:xfrm>
            <a:prstGeom prst="straightConnector1">
              <a:avLst/>
            </a:prstGeom>
            <a:ln w="12700">
              <a:solidFill>
                <a:srgbClr val="FF0000">
                  <a:alpha val="50000"/>
                </a:srgb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2627CF22-EFFC-6E69-153C-B00FDB4F814E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121330" y="2078257"/>
              <a:ext cx="444695" cy="0"/>
            </a:xfrm>
            <a:prstGeom prst="straightConnector1">
              <a:avLst/>
            </a:prstGeom>
            <a:ln w="12700">
              <a:solidFill>
                <a:srgbClr val="92D050">
                  <a:alpha val="50000"/>
                </a:srgb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4FBFEE0-BB22-16EF-C997-03B9569FA853}"/>
                    </a:ext>
                  </a:extLst>
                </p:cNvPr>
                <p:cNvSpPr txBox="1"/>
                <p:nvPr/>
              </p:nvSpPr>
              <p:spPr>
                <a:xfrm>
                  <a:off x="7403832" y="2104687"/>
                  <a:ext cx="88165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zh-CN" sz="8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en-US" altLang="zh-CN" sz="800" b="0" dirty="0">
                    <a:solidFill>
                      <a:srgbClr val="92D050"/>
                    </a:solidFill>
                  </a:endParaRPr>
                </a:p>
              </p:txBody>
            </p:sp>
          </mc:Choice>
          <mc:Fallback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4FBFEE0-BB22-16EF-C997-03B9569FA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3832" y="2104687"/>
                  <a:ext cx="88165" cy="123111"/>
                </a:xfrm>
                <a:prstGeom prst="rect">
                  <a:avLst/>
                </a:prstGeom>
                <a:blipFill>
                  <a:blip r:embed="rId12"/>
                  <a:stretch>
                    <a:fillRect l="-13333" r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63098ED-7867-4DF2-2B6D-E144169CEC69}"/>
                    </a:ext>
                  </a:extLst>
                </p:cNvPr>
                <p:cNvSpPr txBox="1"/>
                <p:nvPr/>
              </p:nvSpPr>
              <p:spPr>
                <a:xfrm>
                  <a:off x="7192523" y="1937146"/>
                  <a:ext cx="76944" cy="12311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zh-CN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en-US" altLang="zh-CN" sz="800" b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063098ED-7867-4DF2-2B6D-E144169CE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2523" y="1937146"/>
                  <a:ext cx="76944" cy="123111"/>
                </a:xfrm>
                <a:prstGeom prst="rect">
                  <a:avLst/>
                </a:prstGeom>
                <a:blipFill>
                  <a:blip r:embed="rId13"/>
                  <a:stretch>
                    <a:fillRect l="-15385" r="-23077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NkOTg5MjZlZjEzNTdlYjk5YTg3ZTczZTZlMGJkOG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8.xml><?xml version="1.0" encoding="utf-8"?>
<p:tagLst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40.xml><?xml version="1.0" encoding="utf-8"?>
<p:tagLst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42.xml><?xml version="1.0" encoding="utf-8"?>
<p:tagLst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44.xml><?xml version="1.0" encoding="utf-8"?>
<p:tagLst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00.xml><?xml version="1.0" encoding="utf-8"?>
<p:tagLst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20.xml><?xml version="1.0" encoding="utf-8"?>
<p:tagLst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40.xml><?xml version="1.0" encoding="utf-8"?>
<p:tagLst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ags/tag360.xml><?xml version="1.0" encoding="utf-8"?>
<p:tagLst xmlns:p="http://schemas.openxmlformats.org/presentationml/2006/main">
  <p:tag name="KSO_WM_DIAGRAM_VIRTUALLY_FRAME" val="{&quot;height&quot;:234.13275590551183,&quot;left&quot;:-10.51511811023622,&quot;top&quot;:71.90220472440944,&quot;width&quot;:926.3902362204724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77</Words>
  <Application>Microsoft Office PowerPoint</Application>
  <PresentationFormat>宽屏</PresentationFormat>
  <Paragraphs>61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楷体</vt:lpstr>
      <vt:lpstr>Arial</vt:lpstr>
      <vt:lpstr>Calibri</vt:lpstr>
      <vt:lpstr>Cambria Math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未放入HTML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喻锦鹏</dc:creator>
  <cp:lastModifiedBy>Ash Fish</cp:lastModifiedBy>
  <cp:revision>57</cp:revision>
  <dcterms:created xsi:type="dcterms:W3CDTF">2023-08-09T12:44:00Z</dcterms:created>
  <dcterms:modified xsi:type="dcterms:W3CDTF">2026-10-02T17:21:42Z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2052-12.1.0.28505</vt:lpwstr>
  </property>
</Properties>
</file>