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-508" y="232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2026-07-12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2026-07-12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2026-07-12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2026-07-12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2026-07-12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2026-07-12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2026-07-12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2026-07-12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2026-07-12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2026-07-12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2026-07-12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2026-07-12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B2373F1E-BE09-39CB-5471-B4B5711B8E73}"/>
              </a:ext>
            </a:extLst>
          </p:cNvPr>
          <p:cNvGrpSpPr/>
          <p:nvPr/>
        </p:nvGrpSpPr>
        <p:grpSpPr>
          <a:xfrm>
            <a:off x="2518479" y="1383030"/>
            <a:ext cx="4020411" cy="3778149"/>
            <a:chOff x="2518479" y="1383030"/>
            <a:chExt cx="4020411" cy="3778149"/>
          </a:xfrm>
        </p:grpSpPr>
        <p:sp>
          <p:nvSpPr>
            <p:cNvPr id="4" name="椭圆 3"/>
            <p:cNvSpPr/>
            <p:nvPr/>
          </p:nvSpPr>
          <p:spPr>
            <a:xfrm>
              <a:off x="3164840" y="2548890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3164840" y="4932680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/>
            <p:cNvCxnSpPr>
              <a:stCxn id="4" idx="4"/>
              <a:endCxn id="5" idx="0"/>
            </p:cNvCxnSpPr>
            <p:nvPr/>
          </p:nvCxnSpPr>
          <p:spPr>
            <a:xfrm>
              <a:off x="3255010" y="2728595"/>
              <a:ext cx="0" cy="220408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>
              <a:endCxn id="9" idx="3"/>
            </p:cNvCxnSpPr>
            <p:nvPr/>
          </p:nvCxnSpPr>
          <p:spPr>
            <a:xfrm flipV="1">
              <a:off x="3258820" y="1536700"/>
              <a:ext cx="3126105" cy="233235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椭圆 8"/>
            <p:cNvSpPr/>
            <p:nvPr/>
          </p:nvSpPr>
          <p:spPr>
            <a:xfrm>
              <a:off x="6358890" y="1383030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" name="直接连接符 9"/>
            <p:cNvCxnSpPr>
              <a:stCxn id="5" idx="7"/>
              <a:endCxn id="9" idx="3"/>
            </p:cNvCxnSpPr>
            <p:nvPr/>
          </p:nvCxnSpPr>
          <p:spPr>
            <a:xfrm flipV="1">
              <a:off x="3318510" y="1536700"/>
              <a:ext cx="3066415" cy="342201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>
              <a:stCxn id="4" idx="6"/>
              <a:endCxn id="9" idx="3"/>
            </p:cNvCxnSpPr>
            <p:nvPr/>
          </p:nvCxnSpPr>
          <p:spPr>
            <a:xfrm flipV="1">
              <a:off x="3344545" y="1536700"/>
              <a:ext cx="3040380" cy="110236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511AC288-E373-AAEE-828A-60EA0373FC36}"/>
                    </a:ext>
                  </a:extLst>
                </p:cNvPr>
                <p:cNvSpPr txBox="1"/>
                <p:nvPr/>
              </p:nvSpPr>
              <p:spPr>
                <a:xfrm>
                  <a:off x="2742998" y="2500390"/>
                  <a:ext cx="35804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altLang="zh-CN" dirty="0"/>
                </a:p>
              </p:txBody>
            </p:sp>
          </mc:Choice>
          <mc:Fallback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511AC288-E373-AAEE-828A-60EA0373F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2998" y="2500390"/>
                  <a:ext cx="358047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13559" r="-13559" b="-2391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BAFA5F9E-9DFE-FD33-BCBF-1A2671593250}"/>
                    </a:ext>
                  </a:extLst>
                </p:cNvPr>
                <p:cNvSpPr txBox="1"/>
                <p:nvPr/>
              </p:nvSpPr>
              <p:spPr>
                <a:xfrm>
                  <a:off x="2794923" y="4884180"/>
                  <a:ext cx="35804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altLang="zh-CN" dirty="0"/>
                </a:p>
              </p:txBody>
            </p:sp>
          </mc:Choice>
          <mc:Fallback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BAFA5F9E-9DFE-FD33-BCBF-1A26715932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4923" y="4884180"/>
                  <a:ext cx="358047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695" r="-13559" b="-2391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8260E3B7-2282-D1BF-8234-1B110B3287F0}"/>
                    </a:ext>
                  </a:extLst>
                </p:cNvPr>
                <p:cNvSpPr txBox="1"/>
                <p:nvPr/>
              </p:nvSpPr>
              <p:spPr>
                <a:xfrm>
                  <a:off x="2825392" y="3692285"/>
                  <a:ext cx="19325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8260E3B7-2282-D1BF-8234-1B110B3287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5392" y="3692285"/>
                  <a:ext cx="193258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1250" r="-25000"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弧形 13">
              <a:extLst>
                <a:ext uri="{FF2B5EF4-FFF2-40B4-BE49-F238E27FC236}">
                  <a16:creationId xmlns:a16="http://schemas.microsoft.com/office/drawing/2014/main" id="{231A9FA3-E7E2-16D8-5585-9302156A5019}"/>
                </a:ext>
              </a:extLst>
            </p:cNvPr>
            <p:cNvSpPr/>
            <p:nvPr/>
          </p:nvSpPr>
          <p:spPr>
            <a:xfrm>
              <a:off x="2518479" y="3455808"/>
              <a:ext cx="1322907" cy="1322907"/>
            </a:xfrm>
            <a:prstGeom prst="arc">
              <a:avLst>
                <a:gd name="adj1" fmla="val 16592817"/>
                <a:gd name="adj2" fmla="val 18664785"/>
              </a:avLst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5C143BB5-0305-46D0-4DCC-95F1EE911FBF}"/>
                    </a:ext>
                  </a:extLst>
                </p:cNvPr>
                <p:cNvSpPr txBox="1"/>
                <p:nvPr/>
              </p:nvSpPr>
              <p:spPr>
                <a:xfrm>
                  <a:off x="3396633" y="3227478"/>
                  <a:ext cx="18947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5C143BB5-0305-46D0-4DCC-95F1EE911F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6633" y="3227478"/>
                  <a:ext cx="18947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9032" r="-25806"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420909C8-D965-B0F8-4170-02E6CAAB577F}"/>
                    </a:ext>
                  </a:extLst>
                </p:cNvPr>
                <p:cNvSpPr txBox="1"/>
                <p:nvPr/>
              </p:nvSpPr>
              <p:spPr>
                <a:xfrm>
                  <a:off x="4266998" y="2728595"/>
                  <a:ext cx="17633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𝒓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420909C8-D965-B0F8-4170-02E6CAAB57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6998" y="2728595"/>
                  <a:ext cx="176330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0690" r="-1724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3F102681-5BC2-BC9C-FBB9-9622C3CA5955}"/>
                    </a:ext>
                  </a:extLst>
                </p:cNvPr>
                <p:cNvSpPr txBox="1"/>
                <p:nvPr/>
              </p:nvSpPr>
              <p:spPr>
                <a:xfrm>
                  <a:off x="4266998" y="1949380"/>
                  <a:ext cx="26789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3F102681-5BC2-BC9C-FBB9-9622C3CA59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6998" y="1949380"/>
                  <a:ext cx="267894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3636" r="-4545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2FB46482-73F1-A6BD-2FE7-8CE8EC0A9F66}"/>
                    </a:ext>
                  </a:extLst>
                </p:cNvPr>
                <p:cNvSpPr txBox="1"/>
                <p:nvPr/>
              </p:nvSpPr>
              <p:spPr>
                <a:xfrm>
                  <a:off x="4285363" y="3936896"/>
                  <a:ext cx="25494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2FB46482-73F1-A6BD-2FE7-8CE8EC0A9F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5363" y="3936896"/>
                  <a:ext cx="254942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4286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9</Words>
  <Application>Microsoft Office PowerPoint</Application>
  <PresentationFormat>宽屏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FishAsh</dc:creator>
  <cp:lastModifiedBy>Ash Fish</cp:lastModifiedBy>
  <cp:revision>7</cp:revision>
  <dcterms:created xsi:type="dcterms:W3CDTF">2023-08-09T12:44:00Z</dcterms:created>
  <dcterms:modified xsi:type="dcterms:W3CDTF">2026-07-12T08:09:49Z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84F017E453CC49119664A2040056777E_12</vt:lpwstr>
  </property>
</Properties>
</file>