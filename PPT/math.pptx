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300" d="100"/>
          <a:sy n="300" d="100"/>
        </p:scale>
        <p:origin x="-7496" y="-45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2026-10-01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1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0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9" Type="http://schemas.openxmlformats.org/officeDocument/2006/relationships/image" Target="../media/image35.png"/><Relationship Id="rId4" Type="http://schemas.openxmlformats.org/officeDocument/2006/relationships/image" Target="../media/image30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50.pn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5" Type="http://schemas.openxmlformats.org/officeDocument/2006/relationships/image" Target="../media/image42.pn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1589744" y="555665"/>
            <a:ext cx="4813073" cy="1465627"/>
            <a:chOff x="1589744" y="555665"/>
            <a:chExt cx="4813073" cy="1465627"/>
          </a:xfrm>
        </p:grpSpPr>
        <p:grpSp>
          <p:nvGrpSpPr>
            <p:cNvPr id="50" name="组合 49"/>
            <p:cNvGrpSpPr/>
            <p:nvPr/>
          </p:nvGrpSpPr>
          <p:grpSpPr>
            <a:xfrm>
              <a:off x="1589744" y="555665"/>
              <a:ext cx="4813073" cy="1465627"/>
              <a:chOff x="2885144" y="1658025"/>
              <a:chExt cx="4813073" cy="1465627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3337932" y="2697479"/>
                <a:ext cx="946059" cy="91441"/>
                <a:chOff x="3337932" y="2697479"/>
                <a:chExt cx="3345366" cy="112628"/>
              </a:xfrm>
            </p:grpSpPr>
            <p:cxnSp>
              <p:nvCxnSpPr>
                <p:cNvPr id="5" name="直接连接符 4"/>
                <p:cNvCxnSpPr/>
                <p:nvPr/>
              </p:nvCxnSpPr>
              <p:spPr>
                <a:xfrm>
                  <a:off x="3337932" y="2810107"/>
                  <a:ext cx="334536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直接连接符 10"/>
                <p:cNvCxnSpPr/>
                <p:nvPr/>
              </p:nvCxnSpPr>
              <p:spPr>
                <a:xfrm flipV="1">
                  <a:off x="3337932" y="2697480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" name="直接连接符 13"/>
                <p:cNvCxnSpPr/>
                <p:nvPr/>
              </p:nvCxnSpPr>
              <p:spPr>
                <a:xfrm flipV="1">
                  <a:off x="6683298" y="2697479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" name="组合 15"/>
              <p:cNvGrpSpPr/>
              <p:nvPr/>
            </p:nvGrpSpPr>
            <p:grpSpPr>
              <a:xfrm>
                <a:off x="4283989" y="2697479"/>
                <a:ext cx="946059" cy="91441"/>
                <a:chOff x="3337932" y="2697479"/>
                <a:chExt cx="3345366" cy="112628"/>
              </a:xfrm>
            </p:grpSpPr>
            <p:cxnSp>
              <p:nvCxnSpPr>
                <p:cNvPr id="17" name="直接连接符 16"/>
                <p:cNvCxnSpPr/>
                <p:nvPr/>
              </p:nvCxnSpPr>
              <p:spPr>
                <a:xfrm>
                  <a:off x="3337932" y="2810107"/>
                  <a:ext cx="334536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" name="直接连接符 17"/>
                <p:cNvCxnSpPr/>
                <p:nvPr/>
              </p:nvCxnSpPr>
              <p:spPr>
                <a:xfrm flipV="1">
                  <a:off x="3337932" y="2697480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接连接符 18"/>
                <p:cNvCxnSpPr/>
                <p:nvPr/>
              </p:nvCxnSpPr>
              <p:spPr>
                <a:xfrm flipV="1">
                  <a:off x="6683298" y="2697479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0" name="组合 19"/>
              <p:cNvGrpSpPr/>
              <p:nvPr/>
            </p:nvGrpSpPr>
            <p:grpSpPr>
              <a:xfrm>
                <a:off x="5230044" y="2697478"/>
                <a:ext cx="946059" cy="91441"/>
                <a:chOff x="3337932" y="2697479"/>
                <a:chExt cx="3345366" cy="112628"/>
              </a:xfrm>
            </p:grpSpPr>
            <p:cxnSp>
              <p:nvCxnSpPr>
                <p:cNvPr id="21" name="直接连接符 20"/>
                <p:cNvCxnSpPr/>
                <p:nvPr/>
              </p:nvCxnSpPr>
              <p:spPr>
                <a:xfrm>
                  <a:off x="3337932" y="2810107"/>
                  <a:ext cx="334536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直接连接符 21"/>
                <p:cNvCxnSpPr/>
                <p:nvPr/>
              </p:nvCxnSpPr>
              <p:spPr>
                <a:xfrm flipV="1">
                  <a:off x="3337932" y="2697480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接连接符 22"/>
                <p:cNvCxnSpPr/>
                <p:nvPr/>
              </p:nvCxnSpPr>
              <p:spPr>
                <a:xfrm flipV="1">
                  <a:off x="6683298" y="2697479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" name="组合 23"/>
              <p:cNvGrpSpPr/>
              <p:nvPr/>
            </p:nvGrpSpPr>
            <p:grpSpPr>
              <a:xfrm>
                <a:off x="6176101" y="2697478"/>
                <a:ext cx="946059" cy="91441"/>
                <a:chOff x="3337932" y="2697479"/>
                <a:chExt cx="3345366" cy="112628"/>
              </a:xfrm>
            </p:grpSpPr>
            <p:cxnSp>
              <p:nvCxnSpPr>
                <p:cNvPr id="25" name="直接连接符 24"/>
                <p:cNvCxnSpPr/>
                <p:nvPr/>
              </p:nvCxnSpPr>
              <p:spPr>
                <a:xfrm>
                  <a:off x="3337932" y="2810107"/>
                  <a:ext cx="334536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接连接符 25"/>
                <p:cNvCxnSpPr/>
                <p:nvPr/>
              </p:nvCxnSpPr>
              <p:spPr>
                <a:xfrm flipV="1">
                  <a:off x="3337932" y="2697480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直接连接符 26"/>
                <p:cNvCxnSpPr/>
                <p:nvPr/>
              </p:nvCxnSpPr>
              <p:spPr>
                <a:xfrm flipV="1">
                  <a:off x="6683298" y="2697479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文本框 39"/>
                  <p:cNvSpPr txBox="1"/>
                  <p:nvPr/>
                </p:nvSpPr>
                <p:spPr>
                  <a:xfrm>
                    <a:off x="5090161" y="2753358"/>
                    <a:ext cx="170971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US" altLang="zh-CN" b="1" dirty="0"/>
                  </a:p>
                </p:txBody>
              </p:sp>
            </mc:Choice>
            <mc:Fallback xmlns="">
              <p:sp>
                <p:nvSpPr>
                  <p:cNvPr id="40" name="文本框 39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090161" y="2753358"/>
                    <a:ext cx="170971" cy="370294"/>
                  </a:xfrm>
                  <a:prstGeom prst="rect">
                    <a:avLst/>
                  </a:prstGeom>
                  <a:blipFill rotWithShape="1">
                    <a:blip r:embed="rId2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文本框 40"/>
                  <p:cNvSpPr txBox="1"/>
                  <p:nvPr/>
                </p:nvSpPr>
                <p:spPr>
                  <a:xfrm>
                    <a:off x="4012331" y="2753358"/>
                    <a:ext cx="170971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sin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US" altLang="zh-CN" b="1" dirty="0"/>
                  </a:p>
                </p:txBody>
              </p:sp>
            </mc:Choice>
            <mc:Fallback xmlns="">
              <p:sp>
                <p:nvSpPr>
                  <p:cNvPr id="41" name="文本框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012331" y="2753358"/>
                    <a:ext cx="170971" cy="370294"/>
                  </a:xfrm>
                  <a:prstGeom prst="rect">
                    <a:avLst/>
                  </a:prstGeom>
                  <a:blipFill rotWithShape="1">
                    <a:blip r:embed="rId3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文本框 41"/>
                  <p:cNvSpPr txBox="1"/>
                  <p:nvPr/>
                </p:nvSpPr>
                <p:spPr>
                  <a:xfrm>
                    <a:off x="5758263" y="2753358"/>
                    <a:ext cx="170971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arcsin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US" altLang="zh-CN" b="1" dirty="0"/>
                  </a:p>
                </p:txBody>
              </p:sp>
            </mc:Choice>
            <mc:Fallback xmlns="">
              <p:sp>
                <p:nvSpPr>
                  <p:cNvPr id="42" name="文本框 41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758263" y="2753358"/>
                    <a:ext cx="170971" cy="370294"/>
                  </a:xfrm>
                  <a:prstGeom prst="rect">
                    <a:avLst/>
                  </a:prstGeom>
                  <a:blipFill rotWithShape="1">
                    <a:blip r:embed="rId4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文本框 42"/>
                  <p:cNvSpPr txBox="1"/>
                  <p:nvPr/>
                </p:nvSpPr>
                <p:spPr>
                  <a:xfrm>
                    <a:off x="6845077" y="2753358"/>
                    <a:ext cx="170971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tan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US" altLang="zh-CN" b="1" dirty="0"/>
                  </a:p>
                </p:txBody>
              </p:sp>
            </mc:Choice>
            <mc:Fallback xmlns="">
              <p:sp>
                <p:nvSpPr>
                  <p:cNvPr id="43" name="文本框 42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45077" y="2753358"/>
                    <a:ext cx="170971" cy="370294"/>
                  </a:xfrm>
                  <a:prstGeom prst="rect">
                    <a:avLst/>
                  </a:prstGeom>
                  <a:blipFill rotWithShape="1">
                    <a:blip r:embed="rId5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文本框 43"/>
                  <p:cNvSpPr txBox="1"/>
                  <p:nvPr/>
                </p:nvSpPr>
                <p:spPr>
                  <a:xfrm>
                    <a:off x="2885144" y="2753358"/>
                    <a:ext cx="170971" cy="37029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m:rPr>
                              <m:sty m:val="p"/>
                            </m:r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arctan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oMath>
                      </m:oMathPara>
                    </a14:m>
                    <a:endParaRPr lang="en-US" altLang="zh-CN" b="1" dirty="0"/>
                  </a:p>
                </p:txBody>
              </p:sp>
            </mc:Choice>
            <mc:Fallback xmlns="">
              <p:sp>
                <p:nvSpPr>
                  <p:cNvPr id="44" name="文本框 43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85144" y="2753358"/>
                    <a:ext cx="170971" cy="370294"/>
                  </a:xfrm>
                  <a:prstGeom prst="rect">
                    <a:avLst/>
                  </a:prstGeom>
                  <a:blipFill rotWithShape="1">
                    <a:blip r:embed="rId6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5" name="组合 44"/>
              <p:cNvGrpSpPr/>
              <p:nvPr/>
            </p:nvGrpSpPr>
            <p:grpSpPr>
              <a:xfrm>
                <a:off x="7225203" y="2225038"/>
                <a:ext cx="473014" cy="45719"/>
                <a:chOff x="3337932" y="2697479"/>
                <a:chExt cx="3345366" cy="112628"/>
              </a:xfrm>
            </p:grpSpPr>
            <p:cxnSp>
              <p:nvCxnSpPr>
                <p:cNvPr id="46" name="直接连接符 45"/>
                <p:cNvCxnSpPr/>
                <p:nvPr/>
              </p:nvCxnSpPr>
              <p:spPr>
                <a:xfrm>
                  <a:off x="3337932" y="2810107"/>
                  <a:ext cx="3345366" cy="0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直接连接符 46"/>
                <p:cNvCxnSpPr/>
                <p:nvPr/>
              </p:nvCxnSpPr>
              <p:spPr>
                <a:xfrm flipV="1">
                  <a:off x="3337932" y="2697480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直接连接符 47"/>
                <p:cNvCxnSpPr/>
                <p:nvPr/>
              </p:nvCxnSpPr>
              <p:spPr>
                <a:xfrm flipV="1">
                  <a:off x="6683298" y="2697479"/>
                  <a:ext cx="0" cy="112627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文本框 48"/>
                  <p:cNvSpPr txBox="1"/>
                  <p:nvPr/>
                </p:nvSpPr>
                <p:spPr>
                  <a:xfrm>
                    <a:off x="7139716" y="1658025"/>
                    <a:ext cx="170971" cy="6127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oMath>
                      </m:oMathPara>
                    </a14:m>
                    <a:endParaRPr lang="en-US" altLang="zh-CN" dirty="0"/>
                  </a:p>
                </p:txBody>
              </p:sp>
            </mc:Choice>
            <mc:Fallback xmlns="">
              <p:sp>
                <p:nvSpPr>
                  <p:cNvPr id="49" name="文本框 4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139716" y="1658025"/>
                    <a:ext cx="170971" cy="612732"/>
                  </a:xfrm>
                  <a:prstGeom prst="rect">
                    <a:avLst/>
                  </a:prstGeom>
                  <a:blipFill rotWithShape="1">
                    <a:blip r:embed="rId7"/>
                  </a:blipFill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本框 2"/>
                <p:cNvSpPr txBox="1"/>
                <p:nvPr/>
              </p:nvSpPr>
              <p:spPr>
                <a:xfrm>
                  <a:off x="2454178" y="1650998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∼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3" name="文本框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54178" y="1650998"/>
                  <a:ext cx="170971" cy="37029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/>
                <p:cNvSpPr txBox="1"/>
                <p:nvPr/>
              </p:nvSpPr>
              <p:spPr>
                <a:xfrm>
                  <a:off x="3362088" y="1650998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∼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4" name="文本框 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2088" y="1650998"/>
                  <a:ext cx="170971" cy="37029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4154235" y="1650998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∼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54235" y="1650998"/>
                  <a:ext cx="170971" cy="37029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5272594" y="1640838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∼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72594" y="1640838"/>
                  <a:ext cx="170971" cy="370294"/>
                </a:xfrm>
                <a:prstGeom prst="rect">
                  <a:avLst/>
                </a:prstGeom>
                <a:blipFill rotWithShape="1">
                  <a:blip r:embed="rId8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2284617" y="2824976"/>
            <a:ext cx="1707505" cy="1424056"/>
            <a:chOff x="2284617" y="2824976"/>
            <a:chExt cx="1707505" cy="1424056"/>
          </a:xfrm>
        </p:grpSpPr>
        <p:sp>
          <p:nvSpPr>
            <p:cNvPr id="4" name="直角三角形 3"/>
            <p:cNvSpPr/>
            <p:nvPr/>
          </p:nvSpPr>
          <p:spPr>
            <a:xfrm flipH="1">
              <a:off x="2520176" y="2824976"/>
              <a:ext cx="1300975" cy="1003609"/>
            </a:xfrm>
            <a:prstGeom prst="rt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5" name="弧形 4"/>
            <p:cNvSpPr/>
            <p:nvPr/>
          </p:nvSpPr>
          <p:spPr>
            <a:xfrm>
              <a:off x="2284617" y="3429000"/>
              <a:ext cx="673395" cy="673395"/>
            </a:xfrm>
            <a:prstGeom prst="arc">
              <a:avLst>
                <a:gd name="adj1" fmla="val 19240042"/>
                <a:gd name="adj2" fmla="val 664459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本框 5"/>
                <p:cNvSpPr txBox="1"/>
                <p:nvPr/>
              </p:nvSpPr>
              <p:spPr>
                <a:xfrm>
                  <a:off x="2933460" y="3459253"/>
                  <a:ext cx="1709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6" name="文本框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460" y="3459253"/>
                  <a:ext cx="170971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本框 6"/>
                <p:cNvSpPr txBox="1"/>
                <p:nvPr/>
              </p:nvSpPr>
              <p:spPr>
                <a:xfrm>
                  <a:off x="2958012" y="2942322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8012" y="2942322"/>
                  <a:ext cx="170971" cy="37029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本框 7"/>
                <p:cNvSpPr txBox="1"/>
                <p:nvPr/>
              </p:nvSpPr>
              <p:spPr>
                <a:xfrm>
                  <a:off x="3821151" y="3141633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8" name="文本框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1151" y="3141633"/>
                  <a:ext cx="170971" cy="37029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本框 8"/>
                <p:cNvSpPr txBox="1"/>
                <p:nvPr/>
              </p:nvSpPr>
              <p:spPr>
                <a:xfrm>
                  <a:off x="2715699" y="3811283"/>
                  <a:ext cx="1105452" cy="437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ad>
                          <m:radPr>
                            <m:deg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9" name="文本框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15699" y="3811283"/>
                  <a:ext cx="1105452" cy="437749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组合 10"/>
          <p:cNvGrpSpPr/>
          <p:nvPr/>
        </p:nvGrpSpPr>
        <p:grpSpPr>
          <a:xfrm>
            <a:off x="5085968" y="2716972"/>
            <a:ext cx="1743663" cy="1373903"/>
            <a:chOff x="2248459" y="2824976"/>
            <a:chExt cx="1743663" cy="1373903"/>
          </a:xfrm>
        </p:grpSpPr>
        <p:sp>
          <p:nvSpPr>
            <p:cNvPr id="12" name="直角三角形 11"/>
            <p:cNvSpPr/>
            <p:nvPr/>
          </p:nvSpPr>
          <p:spPr>
            <a:xfrm flipH="1">
              <a:off x="2520176" y="2824976"/>
              <a:ext cx="1300975" cy="1003609"/>
            </a:xfrm>
            <a:prstGeom prst="rtTriangle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p:sp>
          <p:nvSpPr>
            <p:cNvPr id="13" name="弧形 12"/>
            <p:cNvSpPr/>
            <p:nvPr/>
          </p:nvSpPr>
          <p:spPr>
            <a:xfrm>
              <a:off x="2284617" y="3429000"/>
              <a:ext cx="673395" cy="673395"/>
            </a:xfrm>
            <a:prstGeom prst="arc">
              <a:avLst>
                <a:gd name="adj1" fmla="val 19240042"/>
                <a:gd name="adj2" fmla="val 664459"/>
              </a:avLst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b="1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/>
                <p:cNvSpPr txBox="1"/>
                <p:nvPr/>
              </p:nvSpPr>
              <p:spPr>
                <a:xfrm>
                  <a:off x="2933460" y="3459253"/>
                  <a:ext cx="170971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14" name="文本框 1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33460" y="3459253"/>
                  <a:ext cx="170971" cy="369332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3111452" y="3828585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11452" y="3828585"/>
                  <a:ext cx="170971" cy="370294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3821151" y="3141633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1151" y="3141633"/>
                  <a:ext cx="170971" cy="370294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2248459" y="2870084"/>
                  <a:ext cx="1105452" cy="43774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ad>
                          <m:radPr>
                            <m:degHide m:val="on"/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𝒂</m:t>
                                </m:r>
                              </m:e>
                              <m:sup>
                                <m:r>
                                  <a:rPr lang="en-US" altLang="zh-CN" b="1" i="1" smtClean="0"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</m:e>
                        </m:rad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8459" y="2870084"/>
                  <a:ext cx="1105452" cy="437749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" name="组合 43"/>
          <p:cNvGrpSpPr/>
          <p:nvPr/>
        </p:nvGrpSpPr>
        <p:grpSpPr>
          <a:xfrm>
            <a:off x="7315505" y="2496633"/>
            <a:ext cx="2715030" cy="3165307"/>
            <a:chOff x="7315505" y="2496633"/>
            <a:chExt cx="2715030" cy="3165307"/>
          </a:xfrm>
        </p:grpSpPr>
        <p:grpSp>
          <p:nvGrpSpPr>
            <p:cNvPr id="43" name="组合 42"/>
            <p:cNvGrpSpPr/>
            <p:nvPr/>
          </p:nvGrpSpPr>
          <p:grpSpPr>
            <a:xfrm>
              <a:off x="7315505" y="2496633"/>
              <a:ext cx="2715030" cy="3165307"/>
              <a:chOff x="7315505" y="2496633"/>
              <a:chExt cx="2715030" cy="3165307"/>
            </a:xfrm>
          </p:grpSpPr>
          <p:grpSp>
            <p:nvGrpSpPr>
              <p:cNvPr id="26" name="组合 25"/>
              <p:cNvGrpSpPr/>
              <p:nvPr/>
            </p:nvGrpSpPr>
            <p:grpSpPr>
              <a:xfrm>
                <a:off x="7315505" y="2496633"/>
                <a:ext cx="2641986" cy="1599321"/>
                <a:chOff x="7315505" y="2491553"/>
                <a:chExt cx="2641986" cy="1599321"/>
              </a:xfrm>
            </p:grpSpPr>
            <p:grpSp>
              <p:nvGrpSpPr>
                <p:cNvPr id="18" name="组合 17"/>
                <p:cNvGrpSpPr/>
                <p:nvPr/>
              </p:nvGrpSpPr>
              <p:grpSpPr>
                <a:xfrm>
                  <a:off x="7315505" y="2716971"/>
                  <a:ext cx="2591878" cy="1373903"/>
                  <a:chOff x="2284617" y="2824976"/>
                  <a:chExt cx="2591878" cy="1373903"/>
                </a:xfrm>
              </p:grpSpPr>
              <p:sp>
                <p:nvSpPr>
                  <p:cNvPr id="19" name="直角三角形 18"/>
                  <p:cNvSpPr/>
                  <p:nvPr/>
                </p:nvSpPr>
                <p:spPr>
                  <a:xfrm flipH="1">
                    <a:off x="2520176" y="2824976"/>
                    <a:ext cx="1300975" cy="1003609"/>
                  </a:xfrm>
                  <a:prstGeom prst="rtTriangl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/>
                  </a:p>
                </p:txBody>
              </p:sp>
              <p:sp>
                <p:nvSpPr>
                  <p:cNvPr id="20" name="弧形 19"/>
                  <p:cNvSpPr/>
                  <p:nvPr/>
                </p:nvSpPr>
                <p:spPr>
                  <a:xfrm>
                    <a:off x="2284617" y="3429000"/>
                    <a:ext cx="673395" cy="673395"/>
                  </a:xfrm>
                  <a:prstGeom prst="arc">
                    <a:avLst>
                      <a:gd name="adj1" fmla="val 19240042"/>
                      <a:gd name="adj2" fmla="val 664459"/>
                    </a:avLst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1" name="文本框 20"/>
                      <p:cNvSpPr txBox="1"/>
                      <p:nvPr/>
                    </p:nvSpPr>
                    <p:spPr>
                      <a:xfrm>
                        <a:off x="2933460" y="3459253"/>
                        <a:ext cx="170971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m:oMathPara>
                        </a14:m>
                        <a:endParaRPr lang="en-US" altLang="zh-CN" b="1" dirty="0"/>
                      </a:p>
                    </p:txBody>
                  </p:sp>
                </mc:Choice>
                <mc:Fallback xmlns="">
                  <p:sp>
                    <p:nvSpPr>
                      <p:cNvPr id="21" name="文本框 20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33460" y="3459253"/>
                        <a:ext cx="170971" cy="369332"/>
                      </a:xfrm>
                      <a:prstGeom prst="rect">
                        <a:avLst/>
                      </a:prstGeom>
                      <a:blipFill rotWithShape="1">
                        <a:blip r:embed="rId2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2" name="文本框 21"/>
                      <p:cNvSpPr txBox="1"/>
                      <p:nvPr/>
                    </p:nvSpPr>
                    <p:spPr>
                      <a:xfrm>
                        <a:off x="3111452" y="3828585"/>
                        <a:ext cx="170971" cy="37029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m:oMathPara>
                        </a14:m>
                        <a:endParaRPr lang="en-US" altLang="zh-CN" b="1" dirty="0"/>
                      </a:p>
                    </p:txBody>
                  </p:sp>
                </mc:Choice>
                <mc:Fallback xmlns="">
                  <p:sp>
                    <p:nvSpPr>
                      <p:cNvPr id="22" name="文本框 2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11452" y="3828585"/>
                        <a:ext cx="170971" cy="370294"/>
                      </a:xfrm>
                      <a:prstGeom prst="rect">
                        <a:avLst/>
                      </a:prstGeom>
                      <a:blipFill rotWithShape="1">
                        <a:blip r:embed="rId3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3" name="文本框 22"/>
                      <p:cNvSpPr txBox="1"/>
                      <p:nvPr/>
                    </p:nvSpPr>
                    <p:spPr>
                      <a:xfrm>
                        <a:off x="2940481" y="2926715"/>
                        <a:ext cx="170971" cy="37029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m:oMathPara>
                        </a14:m>
                        <a:endParaRPr lang="en-US" altLang="zh-CN" b="1" dirty="0"/>
                      </a:p>
                    </p:txBody>
                  </p:sp>
                </mc:Choice>
                <mc:Fallback xmlns="">
                  <p:sp>
                    <p:nvSpPr>
                      <p:cNvPr id="23" name="文本框 2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40481" y="2926715"/>
                        <a:ext cx="170971" cy="370294"/>
                      </a:xfrm>
                      <a:prstGeom prst="rect">
                        <a:avLst/>
                      </a:prstGeom>
                      <a:blipFill rotWithShape="1">
                        <a:blip r:embed="rId4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24" name="文本框 23"/>
                      <p:cNvSpPr txBox="1"/>
                      <p:nvPr/>
                    </p:nvSpPr>
                    <p:spPr>
                      <a:xfrm>
                        <a:off x="3771043" y="3249638"/>
                        <a:ext cx="1105452" cy="43774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ad>
                                <m:radPr>
                                  <m:degHide m:val="on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rad>
                            </m:oMath>
                          </m:oMathPara>
                        </a14:m>
                        <a:endParaRPr lang="en-US" altLang="zh-CN" b="1" dirty="0"/>
                      </a:p>
                    </p:txBody>
                  </p:sp>
                </mc:Choice>
                <mc:Fallback xmlns="">
                  <p:sp>
                    <p:nvSpPr>
                      <p:cNvPr id="24" name="文本框 2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771043" y="3249638"/>
                        <a:ext cx="1105452" cy="437749"/>
                      </a:xfrm>
                      <a:prstGeom prst="rect">
                        <a:avLst/>
                      </a:prstGeom>
                      <a:blipFill rotWithShape="1">
                        <a:blip r:embed="rId7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5" name="文本框 24"/>
                    <p:cNvSpPr txBox="1"/>
                    <p:nvPr/>
                  </p:nvSpPr>
                  <p:spPr>
                    <a:xfrm>
                      <a:off x="8852039" y="2491553"/>
                      <a:ext cx="1105452" cy="37093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≥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altLang="zh-CN" b="1" dirty="0"/>
                    </a:p>
                  </p:txBody>
                </p:sp>
              </mc:Choice>
              <mc:Fallback xmlns="">
                <p:sp>
                  <p:nvSpPr>
                    <p:cNvPr id="25" name="文本框 24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52039" y="2491553"/>
                      <a:ext cx="1105452" cy="370935"/>
                    </a:xfrm>
                    <a:prstGeom prst="rect">
                      <a:avLst/>
                    </a:prstGeom>
                    <a:blipFill rotWithShape="1">
                      <a:blip r:embed="rId8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27" name="组合 26"/>
              <p:cNvGrpSpPr/>
              <p:nvPr/>
            </p:nvGrpSpPr>
            <p:grpSpPr>
              <a:xfrm>
                <a:off x="7315505" y="4062619"/>
                <a:ext cx="2715030" cy="1599321"/>
                <a:chOff x="7315505" y="2491553"/>
                <a:chExt cx="2715030" cy="1599321"/>
              </a:xfrm>
            </p:grpSpPr>
            <p:grpSp>
              <p:nvGrpSpPr>
                <p:cNvPr id="28" name="组合 27"/>
                <p:cNvGrpSpPr/>
                <p:nvPr/>
              </p:nvGrpSpPr>
              <p:grpSpPr>
                <a:xfrm>
                  <a:off x="7315505" y="2716971"/>
                  <a:ext cx="2591878" cy="1373903"/>
                  <a:chOff x="2284617" y="2824976"/>
                  <a:chExt cx="2591878" cy="1373903"/>
                </a:xfrm>
              </p:grpSpPr>
              <p:sp>
                <p:nvSpPr>
                  <p:cNvPr id="30" name="直角三角形 29"/>
                  <p:cNvSpPr/>
                  <p:nvPr/>
                </p:nvSpPr>
                <p:spPr>
                  <a:xfrm flipH="1">
                    <a:off x="2520176" y="2824976"/>
                    <a:ext cx="1300975" cy="1003609"/>
                  </a:xfrm>
                  <a:prstGeom prst="rtTriangle">
                    <a:avLst/>
                  </a:prstGeom>
                  <a:noFill/>
                  <a:ln w="254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/>
                  </a:p>
                </p:txBody>
              </p:sp>
              <p:sp>
                <p:nvSpPr>
                  <p:cNvPr id="31" name="弧形 30"/>
                  <p:cNvSpPr/>
                  <p:nvPr/>
                </p:nvSpPr>
                <p:spPr>
                  <a:xfrm>
                    <a:off x="2284617" y="3429000"/>
                    <a:ext cx="673395" cy="673395"/>
                  </a:xfrm>
                  <a:prstGeom prst="arc">
                    <a:avLst>
                      <a:gd name="adj1" fmla="val 19240042"/>
                      <a:gd name="adj2" fmla="val 664459"/>
                    </a:avLst>
                  </a:prstGeom>
                  <a:ln w="254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b="1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2" name="文本框 31"/>
                      <p:cNvSpPr txBox="1"/>
                      <p:nvPr/>
                    </p:nvSpPr>
                    <p:spPr>
                      <a:xfrm>
                        <a:off x="2933460" y="3459253"/>
                        <a:ext cx="170971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oMath>
                          </m:oMathPara>
                        </a14:m>
                        <a:endParaRPr lang="en-US" altLang="zh-CN" b="1" dirty="0"/>
                      </a:p>
                    </p:txBody>
                  </p:sp>
                </mc:Choice>
                <mc:Fallback xmlns="">
                  <p:sp>
                    <p:nvSpPr>
                      <p:cNvPr id="32" name="文本框 31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933460" y="3459253"/>
                        <a:ext cx="170971" cy="369332"/>
                      </a:xfrm>
                      <a:prstGeom prst="rect">
                        <a:avLst/>
                      </a:prstGeom>
                      <a:blipFill rotWithShape="1">
                        <a:blip r:embed="rId2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3" name="文本框 32"/>
                      <p:cNvSpPr txBox="1"/>
                      <p:nvPr/>
                    </p:nvSpPr>
                    <p:spPr>
                      <a:xfrm>
                        <a:off x="3111452" y="3828585"/>
                        <a:ext cx="170971" cy="37029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</m:oMath>
                          </m:oMathPara>
                        </a14:m>
                        <a:endParaRPr lang="en-US" altLang="zh-CN" b="1" dirty="0"/>
                      </a:p>
                    </p:txBody>
                  </p:sp>
                </mc:Choice>
                <mc:Fallback xmlns="">
                  <p:sp>
                    <p:nvSpPr>
                      <p:cNvPr id="33" name="文本框 32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11452" y="3828585"/>
                        <a:ext cx="170971" cy="370294"/>
                      </a:xfrm>
                      <a:prstGeom prst="rect">
                        <a:avLst/>
                      </a:prstGeom>
                      <a:blipFill rotWithShape="1">
                        <a:blip r:embed="rId9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4" name="文本框 33"/>
                      <p:cNvSpPr txBox="1"/>
                      <p:nvPr/>
                    </p:nvSpPr>
                    <p:spPr>
                      <a:xfrm>
                        <a:off x="2806269" y="2947665"/>
                        <a:ext cx="170971" cy="370294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oMath>
                          </m:oMathPara>
                        </a14:m>
                        <a:endParaRPr lang="en-US" altLang="zh-CN" b="1" dirty="0"/>
                      </a:p>
                    </p:txBody>
                  </p:sp>
                </mc:Choice>
                <mc:Fallback xmlns="">
                  <p:sp>
                    <p:nvSpPr>
                      <p:cNvPr id="34" name="文本框 33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806269" y="2947665"/>
                        <a:ext cx="170971" cy="370294"/>
                      </a:xfrm>
                      <a:prstGeom prst="rect">
                        <a:avLst/>
                      </a:prstGeom>
                      <a:blipFill rotWithShape="1">
                        <a:blip r:embed="rId10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35" name="文本框 34"/>
                      <p:cNvSpPr txBox="1"/>
                      <p:nvPr/>
                    </p:nvSpPr>
                    <p:spPr>
                      <a:xfrm>
                        <a:off x="3771043" y="3249638"/>
                        <a:ext cx="1105452" cy="43774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>
                              <m:rad>
                                <m:radPr>
                                  <m:degHide m:val="on"/>
                                  <m:ctrlP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sSup>
                                    <m:sSup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𝒙</m:t>
                                      </m:r>
                                    </m:e>
                                    <m:sup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  <m:r>
                                    <a:rPr lang="en-US" altLang="zh-CN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𝒂</m:t>
                                      </m:r>
                                    </m:e>
                                    <m:sup>
                                      <m:r>
                                        <a:rPr lang="en-US" altLang="zh-CN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rad>
                            </m:oMath>
                          </m:oMathPara>
                        </a14:m>
                        <a:endParaRPr lang="en-US" altLang="zh-CN" b="1" dirty="0"/>
                      </a:p>
                    </p:txBody>
                  </p:sp>
                </mc:Choice>
                <mc:Fallback xmlns="">
                  <p:sp>
                    <p:nvSpPr>
                      <p:cNvPr id="35" name="文本框 34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771043" y="3249638"/>
                        <a:ext cx="1105452" cy="437749"/>
                      </a:xfrm>
                      <a:prstGeom prst="rect">
                        <a:avLst/>
                      </a:prstGeom>
                      <a:blipFill rotWithShape="1">
                        <a:blip r:embed="rId7"/>
                      </a:blipFill>
                    </p:spPr>
                    <p:txBody>
                      <a:bodyPr/>
                      <a:lstStyle/>
                      <a:p>
                        <a:r>
                          <a:rPr lang="zh-CN" alt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9" name="文本框 28"/>
                    <p:cNvSpPr txBox="1"/>
                    <p:nvPr/>
                  </p:nvSpPr>
                  <p:spPr>
                    <a:xfrm>
                      <a:off x="8852038" y="2491553"/>
                      <a:ext cx="1178497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≤−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𝒂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altLang="zh-CN" b="1" dirty="0"/>
                    </a:p>
                  </p:txBody>
                </p:sp>
              </mc:Choice>
              <mc:Fallback xmlns="">
                <p:sp>
                  <p:nvSpPr>
                    <p:cNvPr id="29" name="文本框 2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852038" y="2491553"/>
                      <a:ext cx="1178497" cy="369332"/>
                    </a:xfrm>
                    <a:prstGeom prst="rect">
                      <a:avLst/>
                    </a:prstGeom>
                    <a:blipFill rotWithShape="1">
                      <a:blip r:embed="rId11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cxnSp>
          <p:nvCxnSpPr>
            <p:cNvPr id="38" name="直接连接符 37"/>
            <p:cNvCxnSpPr/>
            <p:nvPr/>
          </p:nvCxnSpPr>
          <p:spPr>
            <a:xfrm>
              <a:off x="7508240" y="4033856"/>
              <a:ext cx="2449251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/>
          <p:cNvGrpSpPr/>
          <p:nvPr/>
        </p:nvGrpSpPr>
        <p:grpSpPr>
          <a:xfrm>
            <a:off x="3201113" y="2361771"/>
            <a:ext cx="3247294" cy="2598004"/>
            <a:chOff x="3201113" y="2361771"/>
            <a:chExt cx="3247294" cy="2598004"/>
          </a:xfrm>
        </p:grpSpPr>
        <p:cxnSp>
          <p:nvCxnSpPr>
            <p:cNvPr id="5" name="直接箭头连接符 4"/>
            <p:cNvCxnSpPr/>
            <p:nvPr/>
          </p:nvCxnSpPr>
          <p:spPr>
            <a:xfrm flipV="1">
              <a:off x="4824761" y="3323063"/>
              <a:ext cx="0" cy="1531435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 flipV="1">
              <a:off x="4824761" y="2361771"/>
              <a:ext cx="1623646" cy="961292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/>
            <p:nvPr/>
          </p:nvCxnSpPr>
          <p:spPr>
            <a:xfrm flipV="1">
              <a:off x="4824760" y="2361771"/>
              <a:ext cx="1623647" cy="2492727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/>
            <p:nvPr/>
          </p:nvCxnSpPr>
          <p:spPr>
            <a:xfrm flipV="1">
              <a:off x="3201113" y="3323063"/>
              <a:ext cx="1623646" cy="961292"/>
            </a:xfrm>
            <a:prstGeom prst="straightConnector1">
              <a:avLst/>
            </a:prstGeom>
            <a:ln w="25400">
              <a:solidFill>
                <a:schemeClr val="tx1"/>
              </a:solidFill>
              <a:prstDash val="dash"/>
              <a:headEnd type="stealth" w="lg" len="lg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/>
            <p:nvPr/>
          </p:nvCxnSpPr>
          <p:spPr>
            <a:xfrm flipH="1" flipV="1">
              <a:off x="3201113" y="4284355"/>
              <a:ext cx="1623646" cy="570143"/>
            </a:xfrm>
            <a:prstGeom prst="straightConnector1">
              <a:avLst/>
            </a:prstGeom>
            <a:ln w="25400">
              <a:solidFill>
                <a:schemeClr val="tx1"/>
              </a:solidFill>
              <a:headEnd type="none" w="lg" len="lg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4503277" y="3914061"/>
                  <a:ext cx="170971" cy="37029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277" y="3914061"/>
                  <a:ext cx="170971" cy="370294"/>
                </a:xfrm>
                <a:prstGeom prst="rect">
                  <a:avLst/>
                </a:prstGeom>
                <a:blipFill rotWithShape="1">
                  <a:blip r:embed="rId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文本框 16"/>
                <p:cNvSpPr txBox="1"/>
                <p:nvPr/>
              </p:nvSpPr>
              <p:spPr>
                <a:xfrm>
                  <a:off x="5213441" y="2543006"/>
                  <a:ext cx="423142" cy="3709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17" name="文本框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13441" y="2543006"/>
                  <a:ext cx="423142" cy="370935"/>
                </a:xfrm>
                <a:prstGeom prst="rect">
                  <a:avLst/>
                </a:prstGeom>
                <a:blipFill rotWithShape="1">
                  <a:blip r:embed="rId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文本框 17"/>
                <p:cNvSpPr txBox="1"/>
                <p:nvPr/>
              </p:nvSpPr>
              <p:spPr>
                <a:xfrm>
                  <a:off x="5616645" y="3608134"/>
                  <a:ext cx="8317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18" name="文本框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6645" y="3608134"/>
                  <a:ext cx="831762" cy="369332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/>
                <p:cNvSpPr txBox="1"/>
                <p:nvPr/>
              </p:nvSpPr>
              <p:spPr>
                <a:xfrm>
                  <a:off x="3664631" y="3422666"/>
                  <a:ext cx="423142" cy="37093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19" name="文本框 1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631" y="3422666"/>
                  <a:ext cx="423142" cy="370935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/>
                <p:cNvSpPr txBox="1"/>
                <p:nvPr/>
              </p:nvSpPr>
              <p:spPr>
                <a:xfrm>
                  <a:off x="3380263" y="4590443"/>
                  <a:ext cx="83176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𝒂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</m:oMath>
                    </m:oMathPara>
                  </a14:m>
                  <a:endParaRPr lang="en-US" altLang="zh-CN" b="1" dirty="0"/>
                </a:p>
              </p:txBody>
            </p:sp>
          </mc:Choice>
          <mc:Fallback xmlns="">
            <p:sp>
              <p:nvSpPr>
                <p:cNvPr id="20" name="文本框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80263" y="4590443"/>
                  <a:ext cx="831762" cy="369332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032000" y="1471506"/>
              <a:ext cx="8128002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354667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US" altLang="zh-CN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>
                                <m:sSub>
                                  <m:sSubPr>
                                    <m:ctrlP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表格 3"/>
              <p:cNvGraphicFramePr>
                <a:graphicFrameLocks noGrp="1"/>
              </p:cNvGraphicFramePr>
              <p:nvPr/>
            </p:nvGraphicFramePr>
            <p:xfrm>
              <a:off x="2032000" y="1471506"/>
              <a:ext cx="8128002" cy="7366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54667"/>
                    <a:gridCol w="1354667"/>
                    <a:gridCol w="1354667"/>
                    <a:gridCol w="1354667"/>
                    <a:gridCol w="1354667"/>
                    <a:gridCol w="1354667"/>
                  </a:tblGrid>
                  <a:tr h="3657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X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b="0" dirty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…</a:t>
                          </a:r>
                          <a:endParaRPr lang="zh-CN" altLang="en-US" b="0" dirty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</a:tr>
                </a:tbl>
              </a:graphicData>
            </a:graphic>
          </p:graphicFrame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B3BBECD2-B7D2-58BF-97C6-7973A551E3B5}"/>
              </a:ext>
            </a:extLst>
          </p:cNvPr>
          <p:cNvGrpSpPr/>
          <p:nvPr/>
        </p:nvGrpSpPr>
        <p:grpSpPr>
          <a:xfrm>
            <a:off x="551687" y="483762"/>
            <a:ext cx="6762877" cy="2052427"/>
            <a:chOff x="1668218" y="1609917"/>
            <a:chExt cx="6762877" cy="2052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3BABCF0-BDCC-9EE0-DBEE-37C2D7C9708E}"/>
                    </a:ext>
                  </a:extLst>
                </p:cNvPr>
                <p:cNvSpPr txBox="1"/>
                <p:nvPr/>
              </p:nvSpPr>
              <p:spPr>
                <a:xfrm>
                  <a:off x="3140095" y="3108346"/>
                  <a:ext cx="3819122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3600" b="0" dirty="0"/>
                </a:p>
              </p:txBody>
            </p:sp>
          </mc:Choice>
          <mc:Fallback xmlns="">
            <p:sp>
              <p:nvSpPr>
                <p:cNvPr id="2" name="文本框 1">
                  <a:extLst>
                    <a:ext uri="{FF2B5EF4-FFF2-40B4-BE49-F238E27FC236}">
                      <a16:creationId xmlns:a16="http://schemas.microsoft.com/office/drawing/2014/main" id="{F3BABCF0-BDCC-9EE0-DBEE-37C2D7C9708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40095" y="3108346"/>
                  <a:ext cx="3819122" cy="553998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CD6A493-F8F2-8196-89A5-6C87EA56A451}"/>
                    </a:ext>
                  </a:extLst>
                </p:cNvPr>
                <p:cNvSpPr txBox="1"/>
                <p:nvPr/>
              </p:nvSpPr>
              <p:spPr>
                <a:xfrm>
                  <a:off x="1668218" y="1609917"/>
                  <a:ext cx="6762877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3600" b="0" dirty="0"/>
                </a:p>
              </p:txBody>
            </p:sp>
          </mc:Choice>
          <mc:Fallback xmlns="">
            <p:sp>
              <p:nvSpPr>
                <p:cNvPr id="4" name="文本框 3">
                  <a:extLst>
                    <a:ext uri="{FF2B5EF4-FFF2-40B4-BE49-F238E27FC236}">
                      <a16:creationId xmlns:a16="http://schemas.microsoft.com/office/drawing/2014/main" id="{DCD6A493-F8F2-8196-89A5-6C87EA56A4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68218" y="1609917"/>
                  <a:ext cx="6762877" cy="553998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17940B2B-55EE-43B5-3B06-A5ACE9DB4DA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36800" y="2202732"/>
              <a:ext cx="1161176" cy="905614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E52A3418-7FA8-5078-2187-09F0B0F3F655}"/>
                </a:ext>
              </a:extLst>
            </p:cNvPr>
            <p:cNvCxnSpPr>
              <a:cxnSpLocks/>
              <a:stCxn id="2" idx="0"/>
              <a:endCxn id="4" idx="2"/>
            </p:cNvCxnSpPr>
            <p:nvPr/>
          </p:nvCxnSpPr>
          <p:spPr>
            <a:xfrm flipV="1">
              <a:off x="5049656" y="2163915"/>
              <a:ext cx="1" cy="944431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7EC759EB-04CD-811B-E5F1-8AC91C6DB5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1760" y="2202732"/>
              <a:ext cx="1253570" cy="905614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2" name="组合 41">
            <a:extLst>
              <a:ext uri="{FF2B5EF4-FFF2-40B4-BE49-F238E27FC236}">
                <a16:creationId xmlns:a16="http://schemas.microsoft.com/office/drawing/2014/main" id="{EE8A8250-C443-A82A-9D2B-14B01445BE40}"/>
              </a:ext>
            </a:extLst>
          </p:cNvPr>
          <p:cNvGrpSpPr/>
          <p:nvPr/>
        </p:nvGrpSpPr>
        <p:grpSpPr>
          <a:xfrm>
            <a:off x="1344118" y="4414492"/>
            <a:ext cx="3829125" cy="2052427"/>
            <a:chOff x="1369318" y="3991159"/>
            <a:chExt cx="3829125" cy="2052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26AB38C-720C-ABBC-5814-02FD9A30D55F}"/>
                    </a:ext>
                  </a:extLst>
                </p:cNvPr>
                <p:cNvSpPr txBox="1"/>
                <p:nvPr/>
              </p:nvSpPr>
              <p:spPr>
                <a:xfrm>
                  <a:off x="1374319" y="5489588"/>
                  <a:ext cx="3819122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3600" b="0" dirty="0"/>
                </a:p>
              </p:txBody>
            </p:sp>
          </mc:Choice>
          <mc:Fallback xmlns="">
            <p:sp>
              <p:nvSpPr>
                <p:cNvPr id="31" name="文本框 30">
                  <a:extLst>
                    <a:ext uri="{FF2B5EF4-FFF2-40B4-BE49-F238E27FC236}">
                      <a16:creationId xmlns:a16="http://schemas.microsoft.com/office/drawing/2014/main" id="{926AB38C-720C-ABBC-5814-02FD9A30D5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4319" y="5489588"/>
                  <a:ext cx="3819122" cy="55399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6CFDD165-0015-CB59-A500-76BF52385A5B}"/>
                    </a:ext>
                  </a:extLst>
                </p:cNvPr>
                <p:cNvSpPr txBox="1"/>
                <p:nvPr/>
              </p:nvSpPr>
              <p:spPr>
                <a:xfrm>
                  <a:off x="1369318" y="3991159"/>
                  <a:ext cx="382912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3600" b="0" dirty="0"/>
                </a:p>
              </p:txBody>
            </p:sp>
          </mc:Choice>
          <mc:Fallback xmlns="">
            <p:sp>
              <p:nvSpPr>
                <p:cNvPr id="32" name="文本框 31">
                  <a:extLst>
                    <a:ext uri="{FF2B5EF4-FFF2-40B4-BE49-F238E27FC236}">
                      <a16:creationId xmlns:a16="http://schemas.microsoft.com/office/drawing/2014/main" id="{6CFDD165-0015-CB59-A500-76BF52385A5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9318" y="3991159"/>
                  <a:ext cx="3829125" cy="55399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5DC91D59-6772-FF00-95EC-A50EC6012A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13079" y="4545157"/>
              <a:ext cx="1" cy="944431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43B52B86-F8F5-73C6-55A4-0F8A990FA93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00857" y="4583974"/>
              <a:ext cx="1396689" cy="944431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7FF624F0-56AD-FCC7-0299-9C87AB7D9D6A}"/>
                </a:ext>
              </a:extLst>
            </p:cNvPr>
            <p:cNvCxnSpPr>
              <a:cxnSpLocks/>
              <a:endCxn id="32" idx="2"/>
            </p:cNvCxnSpPr>
            <p:nvPr/>
          </p:nvCxnSpPr>
          <p:spPr>
            <a:xfrm flipV="1">
              <a:off x="1800857" y="4545157"/>
              <a:ext cx="1483024" cy="983248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9BE618AD-E1E0-EC21-515E-94575BE02A79}"/>
              </a:ext>
            </a:extLst>
          </p:cNvPr>
          <p:cNvGrpSpPr/>
          <p:nvPr/>
        </p:nvGrpSpPr>
        <p:grpSpPr>
          <a:xfrm>
            <a:off x="5426045" y="2415589"/>
            <a:ext cx="6765955" cy="2052427"/>
            <a:chOff x="5173243" y="1899915"/>
            <a:chExt cx="6765955" cy="2052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D47D8B0-8F96-3E35-7123-21033F3C2CCD}"/>
                    </a:ext>
                  </a:extLst>
                </p:cNvPr>
                <p:cNvSpPr txBox="1"/>
                <p:nvPr/>
              </p:nvSpPr>
              <p:spPr>
                <a:xfrm>
                  <a:off x="5173243" y="3398344"/>
                  <a:ext cx="676595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3600" b="0" dirty="0"/>
                </a:p>
              </p:txBody>
            </p:sp>
          </mc:Choice>
          <mc:Fallback xmlns="">
            <p:sp>
              <p:nvSpPr>
                <p:cNvPr id="19" name="文本框 18">
                  <a:extLst>
                    <a:ext uri="{FF2B5EF4-FFF2-40B4-BE49-F238E27FC236}">
                      <a16:creationId xmlns:a16="http://schemas.microsoft.com/office/drawing/2014/main" id="{4D47D8B0-8F96-3E35-7123-21033F3C2C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3243" y="3398344"/>
                  <a:ext cx="6765955" cy="553998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EE794AB-31B0-A9F3-53EE-F11CE32FFBB0}"/>
                    </a:ext>
                  </a:extLst>
                </p:cNvPr>
                <p:cNvSpPr txBox="1"/>
                <p:nvPr/>
              </p:nvSpPr>
              <p:spPr>
                <a:xfrm>
                  <a:off x="6641658" y="1899915"/>
                  <a:ext cx="3829125" cy="55399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d>
                          <m:dPr>
                            <m:begChr m:val="["/>
                            <m:endChr m:val="]"/>
                            <m:ctrlP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3600" b="0" i="1" smtClean="0">
                                <a:latin typeface="Cambria Math" panose="02040503050406030204" pitchFamily="18" charset="0"/>
                              </a:rPr>
                              <m:t>,  </m:t>
                            </m:r>
                            <m:sSub>
                              <m:sSubPr>
                                <m:ctrlP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CN" sz="36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en-US" altLang="zh-CN" sz="3600" b="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EEE794AB-31B0-A9F3-53EE-F11CE32FFB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41658" y="1899915"/>
                  <a:ext cx="3829125" cy="553998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93B8B8C7-D1D2-A581-65B4-4E03C80053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0663" y="2492730"/>
              <a:ext cx="1253570" cy="905614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60305B98-817F-0A4B-0195-B72F895A31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3079" y="2492730"/>
              <a:ext cx="1" cy="944431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3D34A0A-5F66-5533-36B5-248C21E502A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3983" y="2492730"/>
              <a:ext cx="2758193" cy="944431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40E7B3DC-E9C1-9123-EE0A-5414A54D809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20096" y="2492730"/>
              <a:ext cx="1161176" cy="905614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D98B8775-FFC9-1ADC-A2E8-85DA82DA33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8092" y="2453913"/>
              <a:ext cx="2914084" cy="1087562"/>
            </a:xfrm>
            <a:prstGeom prst="straightConnector1">
              <a:avLst/>
            </a:prstGeom>
            <a:ln w="25400"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B1F9E6-C0C6-151B-1D21-F406E5A39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" name="组合 155">
            <a:extLst>
              <a:ext uri="{FF2B5EF4-FFF2-40B4-BE49-F238E27FC236}">
                <a16:creationId xmlns:a16="http://schemas.microsoft.com/office/drawing/2014/main" id="{4A695B2F-5630-56DC-0C44-67CCA6F2A6A6}"/>
              </a:ext>
            </a:extLst>
          </p:cNvPr>
          <p:cNvGrpSpPr/>
          <p:nvPr/>
        </p:nvGrpSpPr>
        <p:grpSpPr>
          <a:xfrm>
            <a:off x="820135" y="3283206"/>
            <a:ext cx="8650364" cy="2127847"/>
            <a:chOff x="820135" y="3283206"/>
            <a:chExt cx="8650364" cy="2127847"/>
          </a:xfrm>
        </p:grpSpPr>
        <p:grpSp>
          <p:nvGrpSpPr>
            <p:cNvPr id="110" name="组合 109">
              <a:extLst>
                <a:ext uri="{FF2B5EF4-FFF2-40B4-BE49-F238E27FC236}">
                  <a16:creationId xmlns:a16="http://schemas.microsoft.com/office/drawing/2014/main" id="{33709EA6-80F2-13AC-B751-377ED9BD4C66}"/>
                </a:ext>
              </a:extLst>
            </p:cNvPr>
            <p:cNvGrpSpPr/>
            <p:nvPr/>
          </p:nvGrpSpPr>
          <p:grpSpPr>
            <a:xfrm>
              <a:off x="820135" y="4357162"/>
              <a:ext cx="8640000" cy="1053891"/>
              <a:chOff x="650801" y="1663827"/>
              <a:chExt cx="8640000" cy="1053891"/>
            </a:xfrm>
          </p:grpSpPr>
          <p:grpSp>
            <p:nvGrpSpPr>
              <p:cNvPr id="111" name="组合 110">
                <a:extLst>
                  <a:ext uri="{FF2B5EF4-FFF2-40B4-BE49-F238E27FC236}">
                    <a16:creationId xmlns:a16="http://schemas.microsoft.com/office/drawing/2014/main" id="{38753272-B274-F1EC-3834-EB66332DF5B9}"/>
                  </a:ext>
                </a:extLst>
              </p:cNvPr>
              <p:cNvGrpSpPr/>
              <p:nvPr/>
            </p:nvGrpSpPr>
            <p:grpSpPr>
              <a:xfrm>
                <a:off x="650801" y="1663827"/>
                <a:ext cx="1800000" cy="1053888"/>
                <a:chOff x="1315844" y="1397151"/>
                <a:chExt cx="1800000" cy="1053888"/>
              </a:xfrm>
            </p:grpSpPr>
            <p:sp>
              <p:nvSpPr>
                <p:cNvPr id="130" name="矩形 129">
                  <a:extLst>
                    <a:ext uri="{FF2B5EF4-FFF2-40B4-BE49-F238E27FC236}">
                      <a16:creationId xmlns:a16="http://schemas.microsoft.com/office/drawing/2014/main" id="{6A9D17D5-AD7E-1727-1CE3-0FFF709A2A8A}"/>
                    </a:ext>
                  </a:extLst>
                </p:cNvPr>
                <p:cNvSpPr/>
                <p:nvPr/>
              </p:nvSpPr>
              <p:spPr>
                <a:xfrm>
                  <a:off x="2215844" y="1937150"/>
                  <a:ext cx="720000" cy="360000"/>
                </a:xfrm>
                <a:prstGeom prst="rect">
                  <a:avLst/>
                </a:prstGeom>
                <a:noFill/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31" name="直接箭头连接符 130">
                  <a:extLst>
                    <a:ext uri="{FF2B5EF4-FFF2-40B4-BE49-F238E27FC236}">
                      <a16:creationId xmlns:a16="http://schemas.microsoft.com/office/drawing/2014/main" id="{71085E81-4360-EF70-1D07-91A43911008B}"/>
                    </a:ext>
                  </a:extLst>
                </p:cNvPr>
                <p:cNvCxnSpPr/>
                <p:nvPr/>
              </p:nvCxnSpPr>
              <p:spPr>
                <a:xfrm>
                  <a:off x="1315844" y="2297151"/>
                  <a:ext cx="18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直接箭头连接符 131">
                  <a:extLst>
                    <a:ext uri="{FF2B5EF4-FFF2-40B4-BE49-F238E27FC236}">
                      <a16:creationId xmlns:a16="http://schemas.microsoft.com/office/drawing/2014/main" id="{5C616E55-FAD5-A669-2A48-602B80F6C4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765844" y="1847151"/>
                  <a:ext cx="9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3" name="文本框 132">
                      <a:extLst>
                        <a:ext uri="{FF2B5EF4-FFF2-40B4-BE49-F238E27FC236}">
                          <a16:creationId xmlns:a16="http://schemas.microsoft.com/office/drawing/2014/main" id="{610FA439-A40F-7726-07FB-81DB7635D8E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35479" y="1397151"/>
                      <a:ext cx="270459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36" name="文本框 35">
                      <a:extLst>
                        <a:ext uri="{FF2B5EF4-FFF2-40B4-BE49-F238E27FC236}">
                          <a16:creationId xmlns:a16="http://schemas.microsoft.com/office/drawing/2014/main" id="{D335A6F5-1D27-69C5-B723-06F80AB1565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35479" y="1397151"/>
                      <a:ext cx="270459" cy="153888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11364" b="-2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4" name="文本框 133">
                      <a:extLst>
                        <a:ext uri="{FF2B5EF4-FFF2-40B4-BE49-F238E27FC236}">
                          <a16:creationId xmlns:a16="http://schemas.microsoft.com/office/drawing/2014/main" id="{3C348CD4-63CD-1CB8-D134-DB5067BFAD4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32551" y="2297151"/>
                      <a:ext cx="83293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39" name="文本框 38">
                      <a:extLst>
                        <a:ext uri="{FF2B5EF4-FFF2-40B4-BE49-F238E27FC236}">
                          <a16:creationId xmlns:a16="http://schemas.microsoft.com/office/drawing/2014/main" id="{14EAD4AE-F695-ABFF-DF27-7D3717AF403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32551" y="2297151"/>
                      <a:ext cx="83293" cy="1538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38462" r="-30769" b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2" name="组合 111">
                <a:extLst>
                  <a:ext uri="{FF2B5EF4-FFF2-40B4-BE49-F238E27FC236}">
                    <a16:creationId xmlns:a16="http://schemas.microsoft.com/office/drawing/2014/main" id="{06E81211-38E8-A371-5214-D1441734E847}"/>
                  </a:ext>
                </a:extLst>
              </p:cNvPr>
              <p:cNvGrpSpPr/>
              <p:nvPr/>
            </p:nvGrpSpPr>
            <p:grpSpPr>
              <a:xfrm>
                <a:off x="7483172" y="1663827"/>
                <a:ext cx="1807629" cy="1053891"/>
                <a:chOff x="5333471" y="3202036"/>
                <a:chExt cx="1807629" cy="1053891"/>
              </a:xfrm>
            </p:grpSpPr>
            <p:cxnSp>
              <p:nvCxnSpPr>
                <p:cNvPr id="125" name="直接箭头连接符 124">
                  <a:extLst>
                    <a:ext uri="{FF2B5EF4-FFF2-40B4-BE49-F238E27FC236}">
                      <a16:creationId xmlns:a16="http://schemas.microsoft.com/office/drawing/2014/main" id="{3235C4B0-729B-1BDE-F11F-09AB16E3E50E}"/>
                    </a:ext>
                  </a:extLst>
                </p:cNvPr>
                <p:cNvCxnSpPr/>
                <p:nvPr/>
              </p:nvCxnSpPr>
              <p:spPr>
                <a:xfrm>
                  <a:off x="5333471" y="4102039"/>
                  <a:ext cx="18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直接箭头连接符 125">
                  <a:extLst>
                    <a:ext uri="{FF2B5EF4-FFF2-40B4-BE49-F238E27FC236}">
                      <a16:creationId xmlns:a16="http://schemas.microsoft.com/office/drawing/2014/main" id="{661BFF59-BEB5-6C42-EE8F-4A2FF19622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5783471" y="3652039"/>
                  <a:ext cx="9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7" name="文本框 126">
                      <a:extLst>
                        <a:ext uri="{FF2B5EF4-FFF2-40B4-BE49-F238E27FC236}">
                          <a16:creationId xmlns:a16="http://schemas.microsoft.com/office/drawing/2014/main" id="{7C5C316C-4D47-F4B8-6D86-EE395D2B022C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50180" y="3202036"/>
                      <a:ext cx="783291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72" name="文本框 71">
                      <a:extLst>
                        <a:ext uri="{FF2B5EF4-FFF2-40B4-BE49-F238E27FC236}">
                          <a16:creationId xmlns:a16="http://schemas.microsoft.com/office/drawing/2014/main" id="{AEE8161A-BD5B-084D-5C0A-82D0C0EDFCD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450180" y="3202036"/>
                      <a:ext cx="783291" cy="153888"/>
                    </a:xfrm>
                    <a:prstGeom prst="rect">
                      <a:avLst/>
                    </a:prstGeom>
                    <a:blipFill>
                      <a:blip r:embed="rId10"/>
                      <a:stretch>
                        <a:fillRect l="-5469" t="-4000" b="-3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文本框 127">
                      <a:extLst>
                        <a:ext uri="{FF2B5EF4-FFF2-40B4-BE49-F238E27FC236}">
                          <a16:creationId xmlns:a16="http://schemas.microsoft.com/office/drawing/2014/main" id="{8C83B043-0844-68A5-96F1-13795A11E19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050178" y="4102039"/>
                      <a:ext cx="90922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73" name="文本框 72">
                      <a:extLst>
                        <a:ext uri="{FF2B5EF4-FFF2-40B4-BE49-F238E27FC236}">
                          <a16:creationId xmlns:a16="http://schemas.microsoft.com/office/drawing/2014/main" id="{43743E5A-89C7-2DB0-37FC-1B173F1A467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050178" y="4102039"/>
                      <a:ext cx="90922" cy="1538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0000" r="-20000"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29" name="任意多边形: 形状 128">
                  <a:extLst>
                    <a:ext uri="{FF2B5EF4-FFF2-40B4-BE49-F238E27FC236}">
                      <a16:creationId xmlns:a16="http://schemas.microsoft.com/office/drawing/2014/main" id="{A9924407-602B-750B-9ED1-77A8EF018173}"/>
                    </a:ext>
                  </a:extLst>
                </p:cNvPr>
                <p:cNvSpPr/>
                <p:nvPr/>
              </p:nvSpPr>
              <p:spPr>
                <a:xfrm>
                  <a:off x="6233499" y="3742037"/>
                  <a:ext cx="207573" cy="359290"/>
                </a:xfrm>
                <a:custGeom>
                  <a:avLst/>
                  <a:gdLst>
                    <a:gd name="csX0" fmla="*/ 0 w 207573"/>
                    <a:gd name="csY0" fmla="*/ 0 h 359290"/>
                    <a:gd name="csX1" fmla="*/ 207573 w 207573"/>
                    <a:gd name="csY1" fmla="*/ 0 h 359290"/>
                    <a:gd name="csX2" fmla="*/ 207573 w 207573"/>
                    <a:gd name="csY2" fmla="*/ 359290 h 359290"/>
                    <a:gd name="csX3" fmla="*/ 0 w 207573"/>
                    <a:gd name="csY3" fmla="*/ 359290 h 35929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207573" h="359290">
                      <a:moveTo>
                        <a:pt x="0" y="0"/>
                      </a:moveTo>
                      <a:lnTo>
                        <a:pt x="207573" y="0"/>
                      </a:lnTo>
                      <a:lnTo>
                        <a:pt x="207573" y="359290"/>
                      </a:lnTo>
                      <a:lnTo>
                        <a:pt x="0" y="359290"/>
                      </a:lnTo>
                      <a:close/>
                    </a:path>
                  </a:pathLst>
                </a:custGeom>
                <a:pattFill prst="wdUpDiag">
                  <a:fgClr>
                    <a:srgbClr val="FF0000"/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 dirty="0"/>
                </a:p>
              </p:txBody>
            </p:sp>
          </p:grpSp>
          <p:grpSp>
            <p:nvGrpSpPr>
              <p:cNvPr id="113" name="组合 112">
                <a:extLst>
                  <a:ext uri="{FF2B5EF4-FFF2-40B4-BE49-F238E27FC236}">
                    <a16:creationId xmlns:a16="http://schemas.microsoft.com/office/drawing/2014/main" id="{20138A87-7940-1848-9684-BB864CE1DD1D}"/>
                  </a:ext>
                </a:extLst>
              </p:cNvPr>
              <p:cNvGrpSpPr/>
              <p:nvPr/>
            </p:nvGrpSpPr>
            <p:grpSpPr>
              <a:xfrm>
                <a:off x="2923172" y="1663827"/>
                <a:ext cx="1807629" cy="1053890"/>
                <a:chOff x="1315844" y="1397149"/>
                <a:chExt cx="1807629" cy="1053890"/>
              </a:xfrm>
            </p:grpSpPr>
            <p:sp>
              <p:nvSpPr>
                <p:cNvPr id="120" name="矩形 119">
                  <a:extLst>
                    <a:ext uri="{FF2B5EF4-FFF2-40B4-BE49-F238E27FC236}">
                      <a16:creationId xmlns:a16="http://schemas.microsoft.com/office/drawing/2014/main" id="{76908152-A4A8-0F3A-FD1C-CED9781407B8}"/>
                    </a:ext>
                  </a:extLst>
                </p:cNvPr>
                <p:cNvSpPr/>
                <p:nvPr/>
              </p:nvSpPr>
              <p:spPr>
                <a:xfrm>
                  <a:off x="1495845" y="1937150"/>
                  <a:ext cx="720000" cy="360000"/>
                </a:xfrm>
                <a:prstGeom prst="rect">
                  <a:avLst/>
                </a:prstGeom>
                <a:noFill/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21" name="直接箭头连接符 120">
                  <a:extLst>
                    <a:ext uri="{FF2B5EF4-FFF2-40B4-BE49-F238E27FC236}">
                      <a16:creationId xmlns:a16="http://schemas.microsoft.com/office/drawing/2014/main" id="{27BF5545-424D-553E-9504-7D3A78D2C510}"/>
                    </a:ext>
                  </a:extLst>
                </p:cNvPr>
                <p:cNvCxnSpPr/>
                <p:nvPr/>
              </p:nvCxnSpPr>
              <p:spPr>
                <a:xfrm>
                  <a:off x="1315844" y="2297151"/>
                  <a:ext cx="18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直接箭头连接符 121">
                  <a:extLst>
                    <a:ext uri="{FF2B5EF4-FFF2-40B4-BE49-F238E27FC236}">
                      <a16:creationId xmlns:a16="http://schemas.microsoft.com/office/drawing/2014/main" id="{E34607FB-0916-8784-AD8C-3C504C8140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765844" y="1847151"/>
                  <a:ext cx="9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3" name="文本框 122">
                      <a:extLst>
                        <a:ext uri="{FF2B5EF4-FFF2-40B4-BE49-F238E27FC236}">
                          <a16:creationId xmlns:a16="http://schemas.microsoft.com/office/drawing/2014/main" id="{13577B38-B193-44B1-EB32-3C42FF42BFB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894474" y="1397149"/>
                      <a:ext cx="321370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60" name="文本框 59">
                      <a:extLst>
                        <a:ext uri="{FF2B5EF4-FFF2-40B4-BE49-F238E27FC236}">
                          <a16:creationId xmlns:a16="http://schemas.microsoft.com/office/drawing/2014/main" id="{0EBC1A63-969C-D82F-4E90-8E5A9650966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894474" y="1397149"/>
                      <a:ext cx="321370" cy="153888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9434" b="-2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4" name="文本框 123">
                      <a:extLst>
                        <a:ext uri="{FF2B5EF4-FFF2-40B4-BE49-F238E27FC236}">
                          <a16:creationId xmlns:a16="http://schemas.microsoft.com/office/drawing/2014/main" id="{10C7D408-E9A8-4437-B08C-9B6FB3AAC1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32551" y="2297151"/>
                      <a:ext cx="90922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61" name="文本框 60">
                      <a:extLst>
                        <a:ext uri="{FF2B5EF4-FFF2-40B4-BE49-F238E27FC236}">
                          <a16:creationId xmlns:a16="http://schemas.microsoft.com/office/drawing/2014/main" id="{CA8B911A-DF00-E457-48D1-9CD4DB1FCE44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32551" y="2297151"/>
                      <a:ext cx="90922" cy="153888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l="-26667" r="-1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14" name="组合 113">
                <a:extLst>
                  <a:ext uri="{FF2B5EF4-FFF2-40B4-BE49-F238E27FC236}">
                    <a16:creationId xmlns:a16="http://schemas.microsoft.com/office/drawing/2014/main" id="{BE60C641-AB7D-CB5A-CD5E-56492FF9301A}"/>
                  </a:ext>
                </a:extLst>
              </p:cNvPr>
              <p:cNvGrpSpPr/>
              <p:nvPr/>
            </p:nvGrpSpPr>
            <p:grpSpPr>
              <a:xfrm>
                <a:off x="5203172" y="1663827"/>
                <a:ext cx="1807629" cy="1053891"/>
                <a:chOff x="1315844" y="1397148"/>
                <a:chExt cx="1807629" cy="1053891"/>
              </a:xfrm>
            </p:grpSpPr>
            <p:sp>
              <p:nvSpPr>
                <p:cNvPr id="115" name="矩形 114">
                  <a:extLst>
                    <a:ext uri="{FF2B5EF4-FFF2-40B4-BE49-F238E27FC236}">
                      <a16:creationId xmlns:a16="http://schemas.microsoft.com/office/drawing/2014/main" id="{890324DA-70F1-98F7-917C-5A87299511D3}"/>
                    </a:ext>
                  </a:extLst>
                </p:cNvPr>
                <p:cNvSpPr/>
                <p:nvPr/>
              </p:nvSpPr>
              <p:spPr>
                <a:xfrm>
                  <a:off x="1703444" y="1937149"/>
                  <a:ext cx="720000" cy="360000"/>
                </a:xfrm>
                <a:prstGeom prst="rect">
                  <a:avLst/>
                </a:prstGeom>
                <a:noFill/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16" name="直接箭头连接符 115">
                  <a:extLst>
                    <a:ext uri="{FF2B5EF4-FFF2-40B4-BE49-F238E27FC236}">
                      <a16:creationId xmlns:a16="http://schemas.microsoft.com/office/drawing/2014/main" id="{023CE079-C7CA-8E84-CCD5-28A6577652A3}"/>
                    </a:ext>
                  </a:extLst>
                </p:cNvPr>
                <p:cNvCxnSpPr/>
                <p:nvPr/>
              </p:nvCxnSpPr>
              <p:spPr>
                <a:xfrm>
                  <a:off x="1315844" y="2297151"/>
                  <a:ext cx="18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直接箭头连接符 116">
                  <a:extLst>
                    <a:ext uri="{FF2B5EF4-FFF2-40B4-BE49-F238E27FC236}">
                      <a16:creationId xmlns:a16="http://schemas.microsoft.com/office/drawing/2014/main" id="{8D5E95E3-E38C-344C-3A4D-B09468AEE2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765844" y="1847151"/>
                  <a:ext cx="9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8" name="文本框 117">
                      <a:extLst>
                        <a:ext uri="{FF2B5EF4-FFF2-40B4-BE49-F238E27FC236}">
                          <a16:creationId xmlns:a16="http://schemas.microsoft.com/office/drawing/2014/main" id="{AB21741A-2B87-16A1-0E68-36A07396C8A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677989" y="1397148"/>
                      <a:ext cx="540469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66" name="文本框 65">
                      <a:extLst>
                        <a:ext uri="{FF2B5EF4-FFF2-40B4-BE49-F238E27FC236}">
                          <a16:creationId xmlns:a16="http://schemas.microsoft.com/office/drawing/2014/main" id="{18EEB8E8-1DCC-8D7B-74B3-7B102D194C00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677989" y="1397148"/>
                      <a:ext cx="540469" cy="153888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l="-5682" b="-2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19" name="文本框 118">
                      <a:extLst>
                        <a:ext uri="{FF2B5EF4-FFF2-40B4-BE49-F238E27FC236}">
                          <a16:creationId xmlns:a16="http://schemas.microsoft.com/office/drawing/2014/main" id="{3CF06057-1309-E392-56E0-BA87E6C858F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32551" y="2297151"/>
                      <a:ext cx="90922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67" name="文本框 66">
                      <a:extLst>
                        <a:ext uri="{FF2B5EF4-FFF2-40B4-BE49-F238E27FC236}">
                          <a16:creationId xmlns:a16="http://schemas.microsoft.com/office/drawing/2014/main" id="{8C8D50BF-A2F1-C369-446F-F8D873400F16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32551" y="2297151"/>
                      <a:ext cx="90922" cy="153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0000" r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135" name="组合 134">
              <a:extLst>
                <a:ext uri="{FF2B5EF4-FFF2-40B4-BE49-F238E27FC236}">
                  <a16:creationId xmlns:a16="http://schemas.microsoft.com/office/drawing/2014/main" id="{2A890E75-7C44-CBE7-783B-4880884A33EC}"/>
                </a:ext>
              </a:extLst>
            </p:cNvPr>
            <p:cNvGrpSpPr/>
            <p:nvPr/>
          </p:nvGrpSpPr>
          <p:grpSpPr>
            <a:xfrm>
              <a:off x="820135" y="3283206"/>
              <a:ext cx="8650364" cy="1073956"/>
              <a:chOff x="752401" y="4142245"/>
              <a:chExt cx="8650364" cy="1073956"/>
            </a:xfrm>
          </p:grpSpPr>
          <p:grpSp>
            <p:nvGrpSpPr>
              <p:cNvPr id="136" name="组合 135">
                <a:extLst>
                  <a:ext uri="{FF2B5EF4-FFF2-40B4-BE49-F238E27FC236}">
                    <a16:creationId xmlns:a16="http://schemas.microsoft.com/office/drawing/2014/main" id="{DB07838A-CCC2-693F-0C7F-0A2429EBC6E5}"/>
                  </a:ext>
                </a:extLst>
              </p:cNvPr>
              <p:cNvGrpSpPr/>
              <p:nvPr/>
            </p:nvGrpSpPr>
            <p:grpSpPr>
              <a:xfrm>
                <a:off x="752401" y="4162313"/>
                <a:ext cx="1800000" cy="1053888"/>
                <a:chOff x="1315844" y="1397151"/>
                <a:chExt cx="1800000" cy="1053888"/>
              </a:xfrm>
            </p:grpSpPr>
            <p:sp>
              <p:nvSpPr>
                <p:cNvPr id="151" name="矩形 150">
                  <a:extLst>
                    <a:ext uri="{FF2B5EF4-FFF2-40B4-BE49-F238E27FC236}">
                      <a16:creationId xmlns:a16="http://schemas.microsoft.com/office/drawing/2014/main" id="{12B1F213-8A24-915F-C16B-7E6CBC4CED7A}"/>
                    </a:ext>
                  </a:extLst>
                </p:cNvPr>
                <p:cNvSpPr/>
                <p:nvPr/>
              </p:nvSpPr>
              <p:spPr>
                <a:xfrm>
                  <a:off x="2215844" y="1577152"/>
                  <a:ext cx="720000" cy="720000"/>
                </a:xfrm>
                <a:prstGeom prst="rect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52" name="直接箭头连接符 151">
                  <a:extLst>
                    <a:ext uri="{FF2B5EF4-FFF2-40B4-BE49-F238E27FC236}">
                      <a16:creationId xmlns:a16="http://schemas.microsoft.com/office/drawing/2014/main" id="{7F744E57-C09A-E4AE-5E38-69D113012ED2}"/>
                    </a:ext>
                  </a:extLst>
                </p:cNvPr>
                <p:cNvCxnSpPr/>
                <p:nvPr/>
              </p:nvCxnSpPr>
              <p:spPr>
                <a:xfrm>
                  <a:off x="1315844" y="2297151"/>
                  <a:ext cx="18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直接箭头连接符 152">
                  <a:extLst>
                    <a:ext uri="{FF2B5EF4-FFF2-40B4-BE49-F238E27FC236}">
                      <a16:creationId xmlns:a16="http://schemas.microsoft.com/office/drawing/2014/main" id="{9697ADAF-E653-57FB-789F-BDD60C1AE2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765844" y="1847151"/>
                  <a:ext cx="9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4" name="文本框 153">
                      <a:extLst>
                        <a:ext uri="{FF2B5EF4-FFF2-40B4-BE49-F238E27FC236}">
                          <a16:creationId xmlns:a16="http://schemas.microsoft.com/office/drawing/2014/main" id="{7B8DE23A-B83E-9EF9-6395-88D33198C37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35479" y="1397151"/>
                      <a:ext cx="264047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11" name="文本框 10">
                      <a:extLst>
                        <a:ext uri="{FF2B5EF4-FFF2-40B4-BE49-F238E27FC236}">
                          <a16:creationId xmlns:a16="http://schemas.microsoft.com/office/drawing/2014/main" id="{804DF833-F1EE-0FEA-18B1-8D92038C595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35479" y="1397151"/>
                      <a:ext cx="264047" cy="153888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16279" b="-3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5" name="文本框 154">
                      <a:extLst>
                        <a:ext uri="{FF2B5EF4-FFF2-40B4-BE49-F238E27FC236}">
                          <a16:creationId xmlns:a16="http://schemas.microsoft.com/office/drawing/2014/main" id="{BA42576D-2FDD-2FDA-4750-7D6317622F0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32551" y="2297151"/>
                      <a:ext cx="83293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15" name="文本框 14">
                      <a:extLst>
                        <a:ext uri="{FF2B5EF4-FFF2-40B4-BE49-F238E27FC236}">
                          <a16:creationId xmlns:a16="http://schemas.microsoft.com/office/drawing/2014/main" id="{6FA58B64-DC17-4921-1A17-22A36AD74177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32551" y="2297151"/>
                      <a:ext cx="83293" cy="153888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38462" r="-30769" b="-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7" name="组合 136">
                <a:extLst>
                  <a:ext uri="{FF2B5EF4-FFF2-40B4-BE49-F238E27FC236}">
                    <a16:creationId xmlns:a16="http://schemas.microsoft.com/office/drawing/2014/main" id="{EDF10739-9879-D0DF-0E30-F40894DE656D}"/>
                  </a:ext>
                </a:extLst>
              </p:cNvPr>
              <p:cNvGrpSpPr/>
              <p:nvPr/>
            </p:nvGrpSpPr>
            <p:grpSpPr>
              <a:xfrm>
                <a:off x="7595136" y="4142245"/>
                <a:ext cx="1807629" cy="1073956"/>
                <a:chOff x="5561993" y="1835895"/>
                <a:chExt cx="1807629" cy="1073956"/>
              </a:xfrm>
            </p:grpSpPr>
            <p:sp>
              <p:nvSpPr>
                <p:cNvPr id="144" name="矩形 143">
                  <a:extLst>
                    <a:ext uri="{FF2B5EF4-FFF2-40B4-BE49-F238E27FC236}">
                      <a16:creationId xmlns:a16="http://schemas.microsoft.com/office/drawing/2014/main" id="{642707F5-3CC9-F3E2-6FE0-14084D071814}"/>
                    </a:ext>
                  </a:extLst>
                </p:cNvPr>
                <p:cNvSpPr/>
                <p:nvPr/>
              </p:nvSpPr>
              <p:spPr>
                <a:xfrm>
                  <a:off x="5949593" y="2395961"/>
                  <a:ext cx="720000" cy="360000"/>
                </a:xfrm>
                <a:prstGeom prst="rect">
                  <a:avLst/>
                </a:prstGeom>
                <a:noFill/>
                <a:ln>
                  <a:solidFill>
                    <a:srgbClr val="92D05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sp>
              <p:nvSpPr>
                <p:cNvPr id="145" name="矩形 144">
                  <a:extLst>
                    <a:ext uri="{FF2B5EF4-FFF2-40B4-BE49-F238E27FC236}">
                      <a16:creationId xmlns:a16="http://schemas.microsoft.com/office/drawing/2014/main" id="{E26E6107-ED92-0675-C34D-1E7D6FC4121A}"/>
                    </a:ext>
                  </a:extLst>
                </p:cNvPr>
                <p:cNvSpPr/>
                <p:nvPr/>
              </p:nvSpPr>
              <p:spPr>
                <a:xfrm>
                  <a:off x="6462020" y="2035251"/>
                  <a:ext cx="720000" cy="720000"/>
                </a:xfrm>
                <a:prstGeom prst="rect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46" name="直接箭头连接符 145">
                  <a:extLst>
                    <a:ext uri="{FF2B5EF4-FFF2-40B4-BE49-F238E27FC236}">
                      <a16:creationId xmlns:a16="http://schemas.microsoft.com/office/drawing/2014/main" id="{81C52195-E217-9562-CD7E-E23F15AFB47A}"/>
                    </a:ext>
                  </a:extLst>
                </p:cNvPr>
                <p:cNvCxnSpPr/>
                <p:nvPr/>
              </p:nvCxnSpPr>
              <p:spPr>
                <a:xfrm>
                  <a:off x="5561993" y="2755963"/>
                  <a:ext cx="18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直接箭头连接符 146">
                  <a:extLst>
                    <a:ext uri="{FF2B5EF4-FFF2-40B4-BE49-F238E27FC236}">
                      <a16:creationId xmlns:a16="http://schemas.microsoft.com/office/drawing/2014/main" id="{16784284-52F5-21E6-20E3-66EAF2EFC7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6011993" y="2305963"/>
                  <a:ext cx="9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8" name="文本框 147">
                      <a:extLst>
                        <a:ext uri="{FF2B5EF4-FFF2-40B4-BE49-F238E27FC236}">
                          <a16:creationId xmlns:a16="http://schemas.microsoft.com/office/drawing/2014/main" id="{C577455E-AD42-CBC1-8C92-2875827E382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665324" y="2197038"/>
                      <a:ext cx="540469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zh-CN" sz="10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80" name="文本框 79">
                      <a:extLst>
                        <a:ext uri="{FF2B5EF4-FFF2-40B4-BE49-F238E27FC236}">
                          <a16:creationId xmlns:a16="http://schemas.microsoft.com/office/drawing/2014/main" id="{2D07EC2F-4BF9-EBCC-392E-D50DEC74E9C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665324" y="2197038"/>
                      <a:ext cx="540469" cy="153888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 l="-4494" b="-2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9" name="文本框 148">
                      <a:extLst>
                        <a:ext uri="{FF2B5EF4-FFF2-40B4-BE49-F238E27FC236}">
                          <a16:creationId xmlns:a16="http://schemas.microsoft.com/office/drawing/2014/main" id="{96B70BD8-F910-17FC-EB5C-8C83299B6C78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278700" y="2755963"/>
                      <a:ext cx="90922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81" name="文本框 80">
                      <a:extLst>
                        <a:ext uri="{FF2B5EF4-FFF2-40B4-BE49-F238E27FC236}">
                          <a16:creationId xmlns:a16="http://schemas.microsoft.com/office/drawing/2014/main" id="{B38DF5ED-AC72-207E-EA98-D23A60925908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278700" y="2755963"/>
                      <a:ext cx="90922" cy="153888"/>
                    </a:xfrm>
                    <a:prstGeom prst="rect">
                      <a:avLst/>
                    </a:prstGeom>
                    <a:blipFill>
                      <a:blip r:embed="rId11"/>
                      <a:stretch>
                        <a:fillRect l="-20000" r="-20000" b="-4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0" name="文本框 149">
                      <a:extLst>
                        <a:ext uri="{FF2B5EF4-FFF2-40B4-BE49-F238E27FC236}">
                          <a16:creationId xmlns:a16="http://schemas.microsoft.com/office/drawing/2014/main" id="{D91D66F2-FC9B-3978-1FB9-583B3B23F64B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924210" y="1835895"/>
                      <a:ext cx="2716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150" name="文本框 149">
                      <a:extLst>
                        <a:ext uri="{FF2B5EF4-FFF2-40B4-BE49-F238E27FC236}">
                          <a16:creationId xmlns:a16="http://schemas.microsoft.com/office/drawing/2014/main" id="{D91D66F2-FC9B-3978-1FB9-583B3B23F64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924210" y="1835895"/>
                      <a:ext cx="271676" cy="153888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l="-15556" t="-4000" b="-3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138" name="组合 137">
                <a:extLst>
                  <a:ext uri="{FF2B5EF4-FFF2-40B4-BE49-F238E27FC236}">
                    <a16:creationId xmlns:a16="http://schemas.microsoft.com/office/drawing/2014/main" id="{9811BCA1-567E-6F87-AAA6-845BC3361318}"/>
                  </a:ext>
                </a:extLst>
              </p:cNvPr>
              <p:cNvGrpSpPr/>
              <p:nvPr/>
            </p:nvGrpSpPr>
            <p:grpSpPr>
              <a:xfrm>
                <a:off x="5311682" y="4162313"/>
                <a:ext cx="1807629" cy="1053888"/>
                <a:chOff x="1315844" y="1397151"/>
                <a:chExt cx="1807629" cy="1053888"/>
              </a:xfrm>
            </p:grpSpPr>
            <p:sp>
              <p:nvSpPr>
                <p:cNvPr id="139" name="矩形 138">
                  <a:extLst>
                    <a:ext uri="{FF2B5EF4-FFF2-40B4-BE49-F238E27FC236}">
                      <a16:creationId xmlns:a16="http://schemas.microsoft.com/office/drawing/2014/main" id="{D8DEBCF1-58EB-D0FC-E3E8-E380639A9FCA}"/>
                    </a:ext>
                  </a:extLst>
                </p:cNvPr>
                <p:cNvSpPr/>
                <p:nvPr/>
              </p:nvSpPr>
              <p:spPr>
                <a:xfrm>
                  <a:off x="2215844" y="1577152"/>
                  <a:ext cx="720000" cy="720000"/>
                </a:xfrm>
                <a:prstGeom prst="rect">
                  <a:avLst/>
                </a:prstGeom>
                <a:noFill/>
                <a:ln>
                  <a:solidFill>
                    <a:srgbClr val="00B0F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dirty="0"/>
                </a:p>
              </p:txBody>
            </p:sp>
            <p:cxnSp>
              <p:nvCxnSpPr>
                <p:cNvPr id="140" name="直接箭头连接符 139">
                  <a:extLst>
                    <a:ext uri="{FF2B5EF4-FFF2-40B4-BE49-F238E27FC236}">
                      <a16:creationId xmlns:a16="http://schemas.microsoft.com/office/drawing/2014/main" id="{F9806E69-68CE-E974-42D3-95297688F553}"/>
                    </a:ext>
                  </a:extLst>
                </p:cNvPr>
                <p:cNvCxnSpPr/>
                <p:nvPr/>
              </p:nvCxnSpPr>
              <p:spPr>
                <a:xfrm>
                  <a:off x="1315844" y="2297151"/>
                  <a:ext cx="18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直接箭头连接符 140">
                  <a:extLst>
                    <a:ext uri="{FF2B5EF4-FFF2-40B4-BE49-F238E27FC236}">
                      <a16:creationId xmlns:a16="http://schemas.microsoft.com/office/drawing/2014/main" id="{D335B51A-C470-ADC9-E3B1-46626D840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765844" y="1847151"/>
                  <a:ext cx="900000" cy="0"/>
                </a:xfrm>
                <a:prstGeom prst="straightConnector1">
                  <a:avLst/>
                </a:prstGeom>
                <a:ln w="12700">
                  <a:tailEnd type="stealt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2" name="文本框 141">
                      <a:extLst>
                        <a:ext uri="{FF2B5EF4-FFF2-40B4-BE49-F238E27FC236}">
                          <a16:creationId xmlns:a16="http://schemas.microsoft.com/office/drawing/2014/main" id="{6BA04661-4BA2-F998-F0B3-5A5C2757A33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35479" y="1397151"/>
                      <a:ext cx="271676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sz="1000" b="0" i="1" smtClean="0">
                                    <a:latin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28" name="文本框 27">
                      <a:extLst>
                        <a:ext uri="{FF2B5EF4-FFF2-40B4-BE49-F238E27FC236}">
                          <a16:creationId xmlns:a16="http://schemas.microsoft.com/office/drawing/2014/main" id="{FA139C45-A6A4-3224-A8C7-6167013577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935479" y="1397151"/>
                      <a:ext cx="271676" cy="153888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l="-15556" b="-36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43" name="文本框 142">
                      <a:extLst>
                        <a:ext uri="{FF2B5EF4-FFF2-40B4-BE49-F238E27FC236}">
                          <a16:creationId xmlns:a16="http://schemas.microsoft.com/office/drawing/2014/main" id="{186F4C33-608D-5D41-416B-4FAC6B6D91F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032551" y="2297151"/>
                      <a:ext cx="90922" cy="153888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>
                            <m:r>
                              <a:rPr lang="en-US" altLang="zh-CN" sz="1000" b="0" i="1" smtClean="0">
                                <a:latin typeface="Cambria Math" panose="02040503050406030204" pitchFamily="18" charset="0"/>
                              </a:rPr>
                              <m:t>𝜏</m:t>
                            </m:r>
                          </m:oMath>
                        </m:oMathPara>
                      </a14:m>
                      <a:endParaRPr lang="en-US" altLang="zh-CN" sz="1000" b="0" dirty="0"/>
                    </a:p>
                  </p:txBody>
                </p:sp>
              </mc:Choice>
              <mc:Fallback xmlns="">
                <p:sp>
                  <p:nvSpPr>
                    <p:cNvPr id="29" name="文本框 28">
                      <a:extLst>
                        <a:ext uri="{FF2B5EF4-FFF2-40B4-BE49-F238E27FC236}">
                          <a16:creationId xmlns:a16="http://schemas.microsoft.com/office/drawing/2014/main" id="{359C3F00-E16E-1CC8-DD89-933DCBBB608B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032551" y="2297151"/>
                      <a:ext cx="90922" cy="153888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20000" r="-20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</p:spTree>
    <p:extLst>
      <p:ext uri="{BB962C8B-B14F-4D97-AF65-F5344CB8AC3E}">
        <p14:creationId xmlns:p14="http://schemas.microsoft.com/office/powerpoint/2010/main" val="382214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2D9B1-CF62-3D24-910F-62604B80B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>
            <a:extLst>
              <a:ext uri="{FF2B5EF4-FFF2-40B4-BE49-F238E27FC236}">
                <a16:creationId xmlns:a16="http://schemas.microsoft.com/office/drawing/2014/main" id="{48BD99E1-AE40-2744-D2E6-8B6238ED239E}"/>
              </a:ext>
            </a:extLst>
          </p:cNvPr>
          <p:cNvGrpSpPr/>
          <p:nvPr/>
        </p:nvGrpSpPr>
        <p:grpSpPr>
          <a:xfrm>
            <a:off x="673755" y="644178"/>
            <a:ext cx="2721842" cy="2311627"/>
            <a:chOff x="2772579" y="1497209"/>
            <a:chExt cx="2721842" cy="2311627"/>
          </a:xfrm>
        </p:grpSpPr>
        <p:cxnSp>
          <p:nvCxnSpPr>
            <p:cNvPr id="3" name="直接箭头连接符 2">
              <a:extLst>
                <a:ext uri="{FF2B5EF4-FFF2-40B4-BE49-F238E27FC236}">
                  <a16:creationId xmlns:a16="http://schemas.microsoft.com/office/drawing/2014/main" id="{F5282977-ED15-219C-AF3B-A40C8BB3A381}"/>
                </a:ext>
              </a:extLst>
            </p:cNvPr>
            <p:cNvCxnSpPr/>
            <p:nvPr/>
          </p:nvCxnSpPr>
          <p:spPr>
            <a:xfrm flipV="1">
              <a:off x="3694421" y="1497209"/>
              <a:ext cx="0" cy="1440000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" name="直接箭头连接符 3">
              <a:extLst>
                <a:ext uri="{FF2B5EF4-FFF2-40B4-BE49-F238E27FC236}">
                  <a16:creationId xmlns:a16="http://schemas.microsoft.com/office/drawing/2014/main" id="{10A43FD7-CF28-D1D5-6A4C-8CD38D804424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4594421" y="2037210"/>
              <a:ext cx="0" cy="1800000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" name="直接箭头连接符 4">
              <a:extLst>
                <a:ext uri="{FF2B5EF4-FFF2-40B4-BE49-F238E27FC236}">
                  <a16:creationId xmlns:a16="http://schemas.microsoft.com/office/drawing/2014/main" id="{7A733C37-CDC1-E8FA-BA7E-D6ABF33C3966}"/>
                </a:ext>
              </a:extLst>
            </p:cNvPr>
            <p:cNvCxnSpPr>
              <a:cxnSpLocks/>
            </p:cNvCxnSpPr>
            <p:nvPr/>
          </p:nvCxnSpPr>
          <p:spPr>
            <a:xfrm rot="-8100000" flipV="1">
              <a:off x="3312579" y="2779047"/>
              <a:ext cx="0" cy="1080000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F0F8BC8E-5F84-75E1-37A8-2C9BC5F4946F}"/>
                </a:ext>
              </a:extLst>
            </p:cNvPr>
            <p:cNvCxnSpPr>
              <a:cxnSpLocks/>
            </p:cNvCxnSpPr>
            <p:nvPr/>
          </p:nvCxnSpPr>
          <p:spPr>
            <a:xfrm rot="3600000" flipV="1">
              <a:off x="4317957" y="1857209"/>
              <a:ext cx="0" cy="1440000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EF3A0186-59CA-9F19-582B-2402F8694945}"/>
                </a:ext>
              </a:extLst>
            </p:cNvPr>
            <p:cNvCxnSpPr>
              <a:cxnSpLocks/>
            </p:cNvCxnSpPr>
            <p:nvPr/>
          </p:nvCxnSpPr>
          <p:spPr>
            <a:xfrm>
              <a:off x="4941496" y="2217209"/>
              <a:ext cx="0" cy="13438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7B448254-EA17-1571-7F6E-B57C10E4FF6E}"/>
                </a:ext>
              </a:extLst>
            </p:cNvPr>
            <p:cNvCxnSpPr>
              <a:cxnSpLocks/>
            </p:cNvCxnSpPr>
            <p:nvPr/>
          </p:nvCxnSpPr>
          <p:spPr>
            <a:xfrm>
              <a:off x="3694418" y="2937209"/>
              <a:ext cx="1247078" cy="623871"/>
            </a:xfrm>
            <a:prstGeom prst="line">
              <a:avLst/>
            </a:prstGeom>
            <a:ln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弧形 16">
              <a:extLst>
                <a:ext uri="{FF2B5EF4-FFF2-40B4-BE49-F238E27FC236}">
                  <a16:creationId xmlns:a16="http://schemas.microsoft.com/office/drawing/2014/main" id="{714C2AAA-F18D-E975-BD87-4DB506B175FE}"/>
                </a:ext>
              </a:extLst>
            </p:cNvPr>
            <p:cNvSpPr/>
            <p:nvPr/>
          </p:nvSpPr>
          <p:spPr>
            <a:xfrm>
              <a:off x="3586467" y="2829259"/>
              <a:ext cx="215900" cy="215900"/>
            </a:xfrm>
            <a:prstGeom prst="arc">
              <a:avLst>
                <a:gd name="adj1" fmla="val 1675703"/>
                <a:gd name="adj2" fmla="val 8136952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5933B46-1CF3-5E46-B3B2-DD1A437E47B1}"/>
                    </a:ext>
                  </a:extLst>
                </p:cNvPr>
                <p:cNvSpPr txBox="1"/>
                <p:nvPr/>
              </p:nvSpPr>
              <p:spPr>
                <a:xfrm>
                  <a:off x="3587436" y="3046510"/>
                  <a:ext cx="214931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45933B46-1CF3-5E46-B3B2-DD1A437E47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87436" y="3046510"/>
                  <a:ext cx="214931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36111" r="-33333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8AC7716-59F8-69C3-5B93-3E013F917F72}"/>
                    </a:ext>
                  </a:extLst>
                </p:cNvPr>
                <p:cNvSpPr txBox="1"/>
                <p:nvPr/>
              </p:nvSpPr>
              <p:spPr>
                <a:xfrm>
                  <a:off x="4388572" y="3045159"/>
                  <a:ext cx="16696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1" name="文本框 20">
                  <a:extLst>
                    <a:ext uri="{FF2B5EF4-FFF2-40B4-BE49-F238E27FC236}">
                      <a16:creationId xmlns:a16="http://schemas.microsoft.com/office/drawing/2014/main" id="{E8AC7716-59F8-69C3-5B93-3E013F917F7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8572" y="3045159"/>
                  <a:ext cx="16696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2222" r="-1851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D7F56C1-2BBC-F43D-0B1D-B89CA2E48EC4}"/>
                    </a:ext>
                  </a:extLst>
                </p:cNvPr>
                <p:cNvSpPr txBox="1"/>
                <p:nvPr/>
              </p:nvSpPr>
              <p:spPr>
                <a:xfrm>
                  <a:off x="4741843" y="2636177"/>
                  <a:ext cx="1690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2" name="文本框 21">
                  <a:extLst>
                    <a:ext uri="{FF2B5EF4-FFF2-40B4-BE49-F238E27FC236}">
                      <a16:creationId xmlns:a16="http://schemas.microsoft.com/office/drawing/2014/main" id="{1D7F56C1-2BBC-F43D-0B1D-B89CA2E48E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41843" y="2636177"/>
                  <a:ext cx="169084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33E7A93-E43B-6242-3D71-94406C549C04}"/>
                    </a:ext>
                  </a:extLst>
                </p:cNvPr>
                <p:cNvSpPr txBox="1"/>
                <p:nvPr/>
              </p:nvSpPr>
              <p:spPr>
                <a:xfrm>
                  <a:off x="3033313" y="3531837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3" name="文本框 22">
                  <a:extLst>
                    <a:ext uri="{FF2B5EF4-FFF2-40B4-BE49-F238E27FC236}">
                      <a16:creationId xmlns:a16="http://schemas.microsoft.com/office/drawing/2014/main" id="{433E7A93-E43B-6242-3D71-94406C549C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33313" y="3531837"/>
                  <a:ext cx="183320" cy="276999"/>
                </a:xfrm>
                <a:prstGeom prst="rect">
                  <a:avLst/>
                </a:prstGeom>
                <a:blipFill>
                  <a:blip r:embed="rId5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64E54B0-CF78-AB54-E729-DDE31417025A}"/>
                    </a:ext>
                  </a:extLst>
                </p:cNvPr>
                <p:cNvSpPr txBox="1"/>
                <p:nvPr/>
              </p:nvSpPr>
              <p:spPr>
                <a:xfrm>
                  <a:off x="5284956" y="2889144"/>
                  <a:ext cx="18671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864E54B0-CF78-AB54-E729-DDE3141702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4956" y="2889144"/>
                  <a:ext cx="18671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32258" r="-25806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35A6BB2-C455-3029-8A26-862EB541C39F}"/>
                    </a:ext>
                  </a:extLst>
                </p:cNvPr>
                <p:cNvSpPr txBox="1"/>
                <p:nvPr/>
              </p:nvSpPr>
              <p:spPr>
                <a:xfrm>
                  <a:off x="3717825" y="1497209"/>
                  <a:ext cx="1690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en-US" altLang="zh-CN" b="0" dirty="0"/>
                </a:p>
              </p:txBody>
            </p:sp>
          </mc:Choice>
          <mc:Fallback xmlns="">
            <p:sp>
              <p:nvSpPr>
                <p:cNvPr id="25" name="文本框 24">
                  <a:extLst>
                    <a:ext uri="{FF2B5EF4-FFF2-40B4-BE49-F238E27FC236}">
                      <a16:creationId xmlns:a16="http://schemas.microsoft.com/office/drawing/2014/main" id="{C35A6BB2-C455-3029-8A26-862EB541C3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17825" y="1497209"/>
                  <a:ext cx="169084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2" name="组合 51">
            <a:extLst>
              <a:ext uri="{FF2B5EF4-FFF2-40B4-BE49-F238E27FC236}">
                <a16:creationId xmlns:a16="http://schemas.microsoft.com/office/drawing/2014/main" id="{0FF3B5FF-27CC-89C0-183E-2D913D3EB41E}"/>
              </a:ext>
            </a:extLst>
          </p:cNvPr>
          <p:cNvGrpSpPr/>
          <p:nvPr/>
        </p:nvGrpSpPr>
        <p:grpSpPr>
          <a:xfrm>
            <a:off x="4464866" y="3370511"/>
            <a:ext cx="1322141" cy="967843"/>
            <a:chOff x="4464866" y="3370511"/>
            <a:chExt cx="1322141" cy="967843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6D1A4C04-B323-A76A-6DC8-3A39CFBAC95B}"/>
                </a:ext>
              </a:extLst>
            </p:cNvPr>
            <p:cNvCxnSpPr/>
            <p:nvPr/>
          </p:nvCxnSpPr>
          <p:spPr>
            <a:xfrm flipV="1">
              <a:off x="5067006" y="3430970"/>
              <a:ext cx="0" cy="720000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" name="直接箭头连接符 7">
              <a:extLst>
                <a:ext uri="{FF2B5EF4-FFF2-40B4-BE49-F238E27FC236}">
                  <a16:creationId xmlns:a16="http://schemas.microsoft.com/office/drawing/2014/main" id="{20FC738F-98BD-778E-6C11-7A129EACC992}"/>
                </a:ext>
              </a:extLst>
            </p:cNvPr>
            <p:cNvCxnSpPr>
              <a:cxnSpLocks/>
            </p:cNvCxnSpPr>
            <p:nvPr/>
          </p:nvCxnSpPr>
          <p:spPr>
            <a:xfrm rot="5400000" flipV="1">
              <a:off x="5427007" y="3790970"/>
              <a:ext cx="0" cy="720000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98DA8CA-EC5D-91F9-73E7-AD1506A62B1D}"/>
                </a:ext>
              </a:extLst>
            </p:cNvPr>
            <p:cNvCxnSpPr>
              <a:cxnSpLocks/>
            </p:cNvCxnSpPr>
            <p:nvPr/>
          </p:nvCxnSpPr>
          <p:spPr>
            <a:xfrm rot="1500000" flipV="1">
              <a:off x="5219150" y="3464699"/>
              <a:ext cx="0" cy="720000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" name="弧形 11">
              <a:extLst>
                <a:ext uri="{FF2B5EF4-FFF2-40B4-BE49-F238E27FC236}">
                  <a16:creationId xmlns:a16="http://schemas.microsoft.com/office/drawing/2014/main" id="{58D41A4D-D95E-D90A-2403-DE53F31C17FE}"/>
                </a:ext>
              </a:extLst>
            </p:cNvPr>
            <p:cNvSpPr/>
            <p:nvPr/>
          </p:nvSpPr>
          <p:spPr>
            <a:xfrm>
              <a:off x="4887008" y="3972937"/>
              <a:ext cx="360000" cy="360000"/>
            </a:xfrm>
            <a:prstGeom prst="arc">
              <a:avLst>
                <a:gd name="adj1" fmla="val 17832181"/>
                <a:gd name="adj2" fmla="val 21468147"/>
              </a:avLst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42D62936-31F4-17E2-50F6-D3BB1B57F0AE}"/>
                </a:ext>
              </a:extLst>
            </p:cNvPr>
            <p:cNvCxnSpPr>
              <a:cxnSpLocks/>
            </p:cNvCxnSpPr>
            <p:nvPr/>
          </p:nvCxnSpPr>
          <p:spPr>
            <a:xfrm>
              <a:off x="5371293" y="3506807"/>
              <a:ext cx="0" cy="644163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9A7E31E7-615B-7B8D-E889-DE833D2277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67006" y="3502618"/>
              <a:ext cx="304287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4BB08FAD-5E59-4319-B39B-1D0C52E0CDBC}"/>
                </a:ext>
              </a:extLst>
            </p:cNvPr>
            <p:cNvGrpSpPr/>
            <p:nvPr/>
          </p:nvGrpSpPr>
          <p:grpSpPr>
            <a:xfrm>
              <a:off x="4964880" y="3506807"/>
              <a:ext cx="54780" cy="644163"/>
              <a:chOff x="4660080" y="3522682"/>
              <a:chExt cx="54780" cy="644163"/>
            </a:xfrm>
          </p:grpSpPr>
          <p:cxnSp>
            <p:nvCxnSpPr>
              <p:cNvPr id="34" name="直接连接符 33">
                <a:extLst>
                  <a:ext uri="{FF2B5EF4-FFF2-40B4-BE49-F238E27FC236}">
                    <a16:creationId xmlns:a16="http://schemas.microsoft.com/office/drawing/2014/main" id="{06F0E12C-32D4-0769-854A-6B3A15B984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7080" y="3522682"/>
                <a:ext cx="0" cy="644163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>
                <a:extLst>
                  <a:ext uri="{FF2B5EF4-FFF2-40B4-BE49-F238E27FC236}">
                    <a16:creationId xmlns:a16="http://schemas.microsoft.com/office/drawing/2014/main" id="{9495A3DB-525E-A486-111D-B39E1493F426}"/>
                  </a:ext>
                </a:extLst>
              </p:cNvPr>
              <p:cNvCxnSpPr/>
              <p:nvPr/>
            </p:nvCxnSpPr>
            <p:spPr>
              <a:xfrm>
                <a:off x="4660080" y="3522682"/>
                <a:ext cx="54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>
                <a:extLst>
                  <a:ext uri="{FF2B5EF4-FFF2-40B4-BE49-F238E27FC236}">
                    <a16:creationId xmlns:a16="http://schemas.microsoft.com/office/drawing/2014/main" id="{0F544B22-30ED-9A1B-18A3-6FA62FEF7E0D}"/>
                  </a:ext>
                </a:extLst>
              </p:cNvPr>
              <p:cNvCxnSpPr/>
              <p:nvPr/>
            </p:nvCxnSpPr>
            <p:spPr>
              <a:xfrm>
                <a:off x="4660860" y="4166845"/>
                <a:ext cx="54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B4BE8912-E311-91C6-2224-7E3A1F435105}"/>
                </a:ext>
              </a:extLst>
            </p:cNvPr>
            <p:cNvCxnSpPr>
              <a:cxnSpLocks/>
            </p:cNvCxnSpPr>
            <p:nvPr/>
          </p:nvCxnSpPr>
          <p:spPr>
            <a:xfrm rot="-3900000" flipV="1">
              <a:off x="4824866" y="3482334"/>
              <a:ext cx="0" cy="720000"/>
            </a:xfrm>
            <a:prstGeom prst="straightConnector1">
              <a:avLst/>
            </a:prstGeom>
            <a:ln>
              <a:tailEnd type="stealt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24C0B848-F2EB-D721-2BBB-F07FCF38C7DC}"/>
                </a:ext>
              </a:extLst>
            </p:cNvPr>
            <p:cNvSpPr/>
            <p:nvPr/>
          </p:nvSpPr>
          <p:spPr>
            <a:xfrm rot="1500000">
              <a:off x="5111151" y="3943756"/>
              <a:ext cx="36000" cy="36000"/>
            </a:xfrm>
            <a:prstGeom prst="rect">
              <a:avLst/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4" name="组合 43">
              <a:extLst>
                <a:ext uri="{FF2B5EF4-FFF2-40B4-BE49-F238E27FC236}">
                  <a16:creationId xmlns:a16="http://schemas.microsoft.com/office/drawing/2014/main" id="{3BFAED3B-2EB7-D524-021E-53D9EE611B47}"/>
                </a:ext>
              </a:extLst>
            </p:cNvPr>
            <p:cNvGrpSpPr/>
            <p:nvPr/>
          </p:nvGrpSpPr>
          <p:grpSpPr>
            <a:xfrm>
              <a:off x="5067006" y="4182049"/>
              <a:ext cx="304287" cy="54000"/>
              <a:chOff x="5122720" y="4432881"/>
              <a:chExt cx="304287" cy="54000"/>
            </a:xfrm>
          </p:grpSpPr>
          <p:cxnSp>
            <p:nvCxnSpPr>
              <p:cNvPr id="38" name="直接连接符 37">
                <a:extLst>
                  <a:ext uri="{FF2B5EF4-FFF2-40B4-BE49-F238E27FC236}">
                    <a16:creationId xmlns:a16="http://schemas.microsoft.com/office/drawing/2014/main" id="{BD2F1A20-3CE4-E17C-B44B-E653D289B32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095720" y="4459881"/>
                <a:ext cx="54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>
                <a:extLst>
                  <a:ext uri="{FF2B5EF4-FFF2-40B4-BE49-F238E27FC236}">
                    <a16:creationId xmlns:a16="http://schemas.microsoft.com/office/drawing/2014/main" id="{FB42B681-002F-706C-4739-11D512F0B26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122720" y="4459881"/>
                <a:ext cx="304287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连接符 42">
                <a:extLst>
                  <a:ext uri="{FF2B5EF4-FFF2-40B4-BE49-F238E27FC236}">
                    <a16:creationId xmlns:a16="http://schemas.microsoft.com/office/drawing/2014/main" id="{E42F7DCC-ACE6-1356-1703-FD2753C239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5399882" y="4459881"/>
                <a:ext cx="54000" cy="0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956EB6A-A415-92CE-66A1-D8E98E58160F}"/>
                    </a:ext>
                  </a:extLst>
                </p:cNvPr>
                <p:cNvSpPr txBox="1"/>
                <p:nvPr/>
              </p:nvSpPr>
              <p:spPr>
                <a:xfrm>
                  <a:off x="5704225" y="4004927"/>
                  <a:ext cx="72136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acc>
                      </m:oMath>
                    </m:oMathPara>
                  </a14:m>
                  <a:endParaRPr lang="en-US" altLang="zh-CN" sz="700" b="0" dirty="0"/>
                </a:p>
              </p:txBody>
            </p:sp>
          </mc:Choice>
          <mc:Fallback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9956EB6A-A415-92CE-66A1-D8E98E58160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04225" y="4004927"/>
                  <a:ext cx="72136" cy="107722"/>
                </a:xfrm>
                <a:prstGeom prst="rect">
                  <a:avLst/>
                </a:prstGeom>
                <a:blipFill>
                  <a:blip r:embed="rId8"/>
                  <a:stretch>
                    <a:fillRect l="-41667" t="-27778" r="-6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60491F4-6E63-E98C-21FB-586428025E5E}"/>
                    </a:ext>
                  </a:extLst>
                </p:cNvPr>
                <p:cNvSpPr txBox="1"/>
                <p:nvPr/>
              </p:nvSpPr>
              <p:spPr>
                <a:xfrm>
                  <a:off x="5108543" y="3370511"/>
                  <a:ext cx="73738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𝒚</m:t>
                            </m:r>
                          </m:e>
                        </m:acc>
                      </m:oMath>
                    </m:oMathPara>
                  </a14:m>
                  <a:endParaRPr lang="en-US" altLang="zh-CN" sz="700" dirty="0"/>
                </a:p>
              </p:txBody>
            </p:sp>
          </mc:Choice>
          <mc:Fallback>
            <p:sp>
              <p:nvSpPr>
                <p:cNvPr id="46" name="文本框 45">
                  <a:extLst>
                    <a:ext uri="{FF2B5EF4-FFF2-40B4-BE49-F238E27FC236}">
                      <a16:creationId xmlns:a16="http://schemas.microsoft.com/office/drawing/2014/main" id="{460491F4-6E63-E98C-21FB-586428025E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8543" y="3370511"/>
                  <a:ext cx="73738" cy="107722"/>
                </a:xfrm>
                <a:prstGeom prst="rect">
                  <a:avLst/>
                </a:prstGeom>
                <a:blipFill>
                  <a:blip r:embed="rId9"/>
                  <a:stretch>
                    <a:fillRect l="-33333" t="-27778" r="-75000" b="-2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D3B012A-CB03-A183-5911-2E48488412B7}"/>
                    </a:ext>
                  </a:extLst>
                </p:cNvPr>
                <p:cNvSpPr txBox="1"/>
                <p:nvPr/>
              </p:nvSpPr>
              <p:spPr>
                <a:xfrm>
                  <a:off x="4597826" y="3633861"/>
                  <a:ext cx="89768" cy="11266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𝝓</m:t>
                            </m:r>
                          </m:e>
                        </m:acc>
                      </m:oMath>
                    </m:oMathPara>
                  </a14:m>
                  <a:endParaRPr lang="en-US" altLang="zh-CN" sz="700" dirty="0"/>
                </a:p>
              </p:txBody>
            </p:sp>
          </mc:Choice>
          <mc:Fallback>
            <p:sp>
              <p:nvSpPr>
                <p:cNvPr id="47" name="文本框 46">
                  <a:extLst>
                    <a:ext uri="{FF2B5EF4-FFF2-40B4-BE49-F238E27FC236}">
                      <a16:creationId xmlns:a16="http://schemas.microsoft.com/office/drawing/2014/main" id="{DD3B012A-CB03-A183-5911-2E48488412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7826" y="3633861"/>
                  <a:ext cx="89768" cy="112660"/>
                </a:xfrm>
                <a:prstGeom prst="rect">
                  <a:avLst/>
                </a:prstGeom>
                <a:blipFill>
                  <a:blip r:embed="rId10"/>
                  <a:stretch>
                    <a:fillRect l="-33333" t="-21053" r="-53333" b="-31579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90D798F-41CE-ED3E-A84D-824A4299CA54}"/>
                    </a:ext>
                  </a:extLst>
                </p:cNvPr>
                <p:cNvSpPr txBox="1"/>
                <p:nvPr/>
              </p:nvSpPr>
              <p:spPr>
                <a:xfrm>
                  <a:off x="5392542" y="3498428"/>
                  <a:ext cx="68930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acc>
                          <m:accPr>
                            <m:chr m:val="̂"/>
                            <m:ctrlP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𝒓</m:t>
                            </m:r>
                          </m:e>
                        </m:acc>
                      </m:oMath>
                    </m:oMathPara>
                  </a14:m>
                  <a:endParaRPr lang="zh-CN" altLang="en-US" sz="700" dirty="0"/>
                </a:p>
              </p:txBody>
            </p:sp>
          </mc:Choice>
          <mc:Fallback>
            <p:sp>
              <p:nvSpPr>
                <p:cNvPr id="48" name="文本框 47">
                  <a:extLst>
                    <a:ext uri="{FF2B5EF4-FFF2-40B4-BE49-F238E27FC236}">
                      <a16:creationId xmlns:a16="http://schemas.microsoft.com/office/drawing/2014/main" id="{690D798F-41CE-ED3E-A84D-824A4299CA5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2542" y="3498428"/>
                  <a:ext cx="68930" cy="107722"/>
                </a:xfrm>
                <a:prstGeom prst="rect">
                  <a:avLst/>
                </a:prstGeom>
                <a:blipFill>
                  <a:blip r:embed="rId11"/>
                  <a:stretch>
                    <a:fillRect l="-36364" t="-27778" r="-8181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B36AC108-70EE-142D-38EC-95F0FF7833FD}"/>
                    </a:ext>
                  </a:extLst>
                </p:cNvPr>
                <p:cNvSpPr txBox="1"/>
                <p:nvPr/>
              </p:nvSpPr>
              <p:spPr>
                <a:xfrm>
                  <a:off x="5207840" y="3937835"/>
                  <a:ext cx="83676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r>
                          <a:rPr lang="en-US" altLang="zh-CN" sz="700" b="0" i="1" smtClean="0">
                            <a:latin typeface="Cambria Math" panose="02040503050406030204" pitchFamily="18" charset="0"/>
                          </a:rPr>
                          <m:t>𝜙</m:t>
                        </m:r>
                      </m:oMath>
                    </m:oMathPara>
                  </a14:m>
                  <a:endParaRPr lang="en-US" altLang="zh-CN" sz="700" b="0" dirty="0"/>
                </a:p>
              </p:txBody>
            </p:sp>
          </mc:Choice>
          <mc:Fallback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B36AC108-70EE-142D-38EC-95F0FF7833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07840" y="3937835"/>
                  <a:ext cx="83676" cy="107722"/>
                </a:xfrm>
                <a:prstGeom prst="rect">
                  <a:avLst/>
                </a:prstGeom>
                <a:blipFill>
                  <a:blip r:embed="rId12"/>
                  <a:stretch>
                    <a:fillRect l="-35714" r="-35714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13CDDBE-40A8-229C-7B5F-7A350583E6A5}"/>
                    </a:ext>
                  </a:extLst>
                </p:cNvPr>
                <p:cNvSpPr txBox="1"/>
                <p:nvPr/>
              </p:nvSpPr>
              <p:spPr>
                <a:xfrm>
                  <a:off x="5042762" y="4230632"/>
                  <a:ext cx="330155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cos</m:t>
                            </m:r>
                          </m:fName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7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700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altLang="zh-CN" sz="700" b="0" dirty="0"/>
                </a:p>
              </p:txBody>
            </p:sp>
          </mc:Choice>
          <mc:Fallback>
            <p:sp>
              <p:nvSpPr>
                <p:cNvPr id="50" name="文本框 49">
                  <a:extLst>
                    <a:ext uri="{FF2B5EF4-FFF2-40B4-BE49-F238E27FC236}">
                      <a16:creationId xmlns:a16="http://schemas.microsoft.com/office/drawing/2014/main" id="{113CDDBE-40A8-229C-7B5F-7A350583E6A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42762" y="4230632"/>
                  <a:ext cx="330155" cy="107722"/>
                </a:xfrm>
                <a:prstGeom prst="rect">
                  <a:avLst/>
                </a:prstGeom>
                <a:blipFill>
                  <a:blip r:embed="rId13"/>
                  <a:stretch>
                    <a:fillRect l="-3704" t="-22222" r="-40741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321E69B-D1DF-7197-1763-4B4C7406DB32}"/>
                    </a:ext>
                  </a:extLst>
                </p:cNvPr>
                <p:cNvSpPr txBox="1"/>
                <p:nvPr/>
              </p:nvSpPr>
              <p:spPr>
                <a:xfrm>
                  <a:off x="4658945" y="3955736"/>
                  <a:ext cx="317331" cy="10772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>
                        <m:func>
                          <m:funcPr>
                            <m:ctrl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sz="7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fName>
                          <m:e>
                            <m:r>
                              <a:rPr lang="en-US" altLang="zh-CN" sz="7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7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zh-CN" sz="700" b="0" i="1" smtClean="0">
                                        <a:latin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acc>
                              </m:e>
                            </m:d>
                          </m:e>
                        </m:func>
                      </m:oMath>
                    </m:oMathPara>
                  </a14:m>
                  <a:endParaRPr lang="en-US" altLang="zh-CN" sz="700" b="0" dirty="0"/>
                </a:p>
              </p:txBody>
            </p:sp>
          </mc:Choice>
          <mc:Fallback>
            <p:sp>
              <p:nvSpPr>
                <p:cNvPr id="51" name="文本框 50">
                  <a:extLst>
                    <a:ext uri="{FF2B5EF4-FFF2-40B4-BE49-F238E27FC236}">
                      <a16:creationId xmlns:a16="http://schemas.microsoft.com/office/drawing/2014/main" id="{C321E69B-D1DF-7197-1763-4B4C7406DB3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58945" y="3955736"/>
                  <a:ext cx="317331" cy="107722"/>
                </a:xfrm>
                <a:prstGeom prst="rect">
                  <a:avLst/>
                </a:prstGeom>
                <a:blipFill>
                  <a:blip r:embed="rId14"/>
                  <a:stretch>
                    <a:fillRect l="-5769" t="-27778" r="-42308" b="-3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438249274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110</Words>
  <Application>Microsoft Office PowerPoint</Application>
  <PresentationFormat>宽屏</PresentationFormat>
  <Paragraphs>79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Times New Roman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喻锦鹏</dc:creator>
  <cp:lastModifiedBy>Ash Fish</cp:lastModifiedBy>
  <cp:revision>54</cp:revision>
  <dcterms:created xsi:type="dcterms:W3CDTF">2023-08-09T12:44:00Z</dcterms:created>
  <dcterms:modified xsi:type="dcterms:W3CDTF">2026-09-30T17:35:31Z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2052-12.1.0.26895</vt:lpwstr>
  </property>
</Properties>
</file>