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6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A5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656" y="6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A3719-F3D1-40F7-B01F-830F19DCC3FD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7509A7-27CE-4A5F-B955-0A9086FC1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6809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7509A7-27CE-4A5F-B955-0A9086FC198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8277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18E4F-6889-484E-4FA0-77A64BCAF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FD93563-D8AE-2859-6D1A-1372E0077D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C9E21BA-8B2B-2448-BA76-7229D3A800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9AAF4FD-4D39-C299-4B60-6C34B09748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7509A7-27CE-4A5F-B955-0A9086FC198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31223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68993E-141D-019C-6697-1CD390A70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AFB9299-B516-9874-1738-C73FEA95B2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E10DE3-6718-EBD7-5214-BE4154815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8533E-0AE3-4C05-B5B1-6E310A0229D7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4C80903-D4B7-74A4-8392-75C0288FC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427AFB-B0B1-9AD9-440A-7A1472DEB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5C5E-7746-4BED-B7BA-0CF1A9CA67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1535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CE571D-7029-5EB2-4475-66B9BFF1D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697CDF-CF62-3032-8E8A-58E77847F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0DBCC52-714D-13E3-1DAA-C63047EAE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8533E-0AE3-4C05-B5B1-6E310A0229D7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D00450-B7CF-88CB-F4EE-7AA800D34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A99961C-E2F1-1F59-E1F0-28A3B9112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5C5E-7746-4BED-B7BA-0CF1A9CA67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4726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E225AE-B165-9079-FFB5-C348FDE45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A80715-2BC7-0F3A-B1CC-C7AC59AF6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9C8B17E-ED06-6F5B-7071-2622D4ADC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8533E-0AE3-4C05-B5B1-6E310A0229D7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8C426A-EE37-0A9B-C4AB-9416D35CE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0CDB49-F988-7F47-53E3-C471DE1F1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5C5E-7746-4BED-B7BA-0CF1A9CA67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4063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13E49C-DCFE-817D-52FD-81BF14EA4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23C3DA-9C2A-61E2-8BD2-67C9DEC548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274BA98-7A66-2948-7106-B5C8CAB570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8955492-B6FD-B5AE-62B2-255C84DF2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8533E-0AE3-4C05-B5B1-6E310A0229D7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D8A6271-55FA-3BBF-D582-DFAC405B7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C66DCF-5AAE-E607-04B4-B0CC37AA7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5C5E-7746-4BED-B7BA-0CF1A9CA67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93406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E4079C-2CCC-56E0-1EA8-29E7C5AA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FBB67F0-CEB2-3F2B-832E-D50EAF299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D130497-B8B4-69A6-044F-8E2FE8087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B1907E0-E35A-D295-58DE-27199DA053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C2358DB-8820-DAAC-E13B-4E2F7B21C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777EAC8-264A-EA47-CD25-53C7646A5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8533E-0AE3-4C05-B5B1-6E310A0229D7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0B376F0-FA6C-40D9-60F4-65DE78F8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2844DDF-2081-FD2F-5C73-CB6DB3CD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5C5E-7746-4BED-B7BA-0CF1A9CA67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3567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606C2-1989-CC95-92E0-4C898D37B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C30FBA2-F476-5CDD-D984-7295E7380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8533E-0AE3-4C05-B5B1-6E310A0229D7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0885637-7CA1-2C19-33CC-307E2B42F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FF129F1-1C84-9A49-3C26-CBAE79078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5C5E-7746-4BED-B7BA-0CF1A9CA67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2295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8C3BB68-CFEE-2D57-7EAC-0AF488A4A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8533E-0AE3-4C05-B5B1-6E310A0229D7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B859C72-48CA-31BE-76F6-C8325FE01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C2AE77C-B7FA-B35A-82DF-870584436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5C5E-7746-4BED-B7BA-0CF1A9CA67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8141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F01D6F-9C25-D9E3-86D5-1F50BD419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2DD361-6C02-D272-7CAF-56F124686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2825495-67A9-8270-22EA-AEAD655817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7B841E3-2E08-D6AD-5943-699142096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8533E-0AE3-4C05-B5B1-6E310A0229D7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1DEC0C6-223A-CDC7-4013-EE3A2D6E8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180A808-AE60-4CA9-CFDD-33BD7B34E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5C5E-7746-4BED-B7BA-0CF1A9CA67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6955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B64A55-CBD0-00A2-C70C-347B38C28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7C17F1A-7798-0D95-D470-1F50E82255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B4D7AEB-F6D6-541C-E6A8-F06018F4B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875F175-FA6B-4B6C-A849-188FE9011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8533E-0AE3-4C05-B5B1-6E310A0229D7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48F342-F07E-EB2A-0466-9DEFC4B4F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332418-7D3C-BB6A-07DD-00D43A14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5C5E-7746-4BED-B7BA-0CF1A9CA67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86232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F89326-E22B-7395-8E26-024EF2039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209AF5F-C5EB-D9FE-95BB-050369BE0B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1A7941-EE32-1887-31B7-F6B495816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8533E-0AE3-4C05-B5B1-6E310A0229D7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E7E81C-A74D-29DE-9A93-D04ECB8CA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3DDB32-8C05-3C13-AAB8-53513C0B4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5C5E-7746-4BED-B7BA-0CF1A9CA67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2202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E3E0EC7-698D-583E-C96A-2A942F6B2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7FAADE9-3314-4B0D-FFCA-5E4131FE57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EC01D7-30AD-65BD-D951-43777CA66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8533E-0AE3-4C05-B5B1-6E310A0229D7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B112B8-4931-4A52-7C90-8FD041AEE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79FE01-B023-33B2-3DD1-D4B97AE0D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5C5E-7746-4BED-B7BA-0CF1A9CA67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2610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7ECACCD-CFC9-9C1C-2DB4-1F1D39C61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AB4FB7E-093E-823F-0227-E8C4344D1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4EE871-6CA0-785B-C1AC-29F2818A0A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08533E-0AE3-4C05-B5B1-6E310A0229D7}" type="datetimeFigureOut">
              <a:rPr lang="zh-CN" altLang="en-US" smtClean="0"/>
              <a:t>2026-05-10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CEB63B-BD1B-08EE-D4E0-2C8D17CF9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1F1F76-3FFC-C9BA-A34C-C91E8CFA57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FA5C5E-7746-4BED-B7BA-0CF1A9CA67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32698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.png"/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21" Type="http://schemas.openxmlformats.org/officeDocument/2006/relationships/image" Target="../media/image20.png"/><Relationship Id="rId3" Type="http://schemas.openxmlformats.org/officeDocument/2006/relationships/image" Target="../media/image23.png"/><Relationship Id="rId17" Type="http://schemas.openxmlformats.org/officeDocument/2006/relationships/image" Target="../media/image16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15" Type="http://schemas.openxmlformats.org/officeDocument/2006/relationships/image" Target="../media/image14.png"/><Relationship Id="rId5" Type="http://schemas.openxmlformats.org/officeDocument/2006/relationships/image" Target="../media/image40.png"/><Relationship Id="rId23" Type="http://schemas.openxmlformats.org/officeDocument/2006/relationships/image" Target="../media/image22.png"/><Relationship Id="rId19" Type="http://schemas.openxmlformats.org/officeDocument/2006/relationships/image" Target="../media/image18.png"/><Relationship Id="rId10" Type="http://schemas.openxmlformats.org/officeDocument/2006/relationships/image" Target="../media/image9.png"/><Relationship Id="rId22" Type="http://schemas.openxmlformats.org/officeDocument/2006/relationships/image" Target="../media/image21.png"/><Relationship Id="rId4" Type="http://schemas.openxmlformats.org/officeDocument/2006/relationships/image" Target="../media/image30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3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1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Relationship Id="rId1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61B4B201-6948-2431-BFEF-5B75FB506764}"/>
              </a:ext>
            </a:extLst>
          </p:cNvPr>
          <p:cNvGrpSpPr/>
          <p:nvPr/>
        </p:nvGrpSpPr>
        <p:grpSpPr>
          <a:xfrm>
            <a:off x="2282931" y="1761293"/>
            <a:ext cx="5760000" cy="3379808"/>
            <a:chOff x="2282931" y="1761293"/>
            <a:chExt cx="5760000" cy="3379808"/>
          </a:xfrm>
        </p:grpSpPr>
        <p:sp>
          <p:nvSpPr>
            <p:cNvPr id="5" name="立方体 4">
              <a:extLst>
                <a:ext uri="{FF2B5EF4-FFF2-40B4-BE49-F238E27FC236}">
                  <a16:creationId xmlns:a16="http://schemas.microsoft.com/office/drawing/2014/main" id="{63983A07-8607-920E-D920-6ECFBA93795C}"/>
                </a:ext>
              </a:extLst>
            </p:cNvPr>
            <p:cNvSpPr/>
            <p:nvPr/>
          </p:nvSpPr>
          <p:spPr>
            <a:xfrm>
              <a:off x="4622931" y="1761293"/>
              <a:ext cx="1080000" cy="2880000"/>
            </a:xfrm>
            <a:prstGeom prst="cube">
              <a:avLst>
                <a:gd name="adj" fmla="val 66501"/>
              </a:avLst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立方体 3">
              <a:extLst>
                <a:ext uri="{FF2B5EF4-FFF2-40B4-BE49-F238E27FC236}">
                  <a16:creationId xmlns:a16="http://schemas.microsoft.com/office/drawing/2014/main" id="{1FEFAD61-A650-A625-FA8D-2DDADA56EB9D}"/>
                </a:ext>
              </a:extLst>
            </p:cNvPr>
            <p:cNvSpPr/>
            <p:nvPr/>
          </p:nvSpPr>
          <p:spPr>
            <a:xfrm>
              <a:off x="2282931" y="1761293"/>
              <a:ext cx="5760000" cy="2880000"/>
            </a:xfrm>
            <a:prstGeom prst="cub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41A21536-9561-62B8-4295-35DAB5E319C2}"/>
                    </a:ext>
                  </a:extLst>
                </p:cNvPr>
                <p:cNvSpPr txBox="1"/>
                <p:nvPr/>
              </p:nvSpPr>
              <p:spPr>
                <a:xfrm>
                  <a:off x="3728225" y="3182778"/>
                  <a:ext cx="378309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32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en-US" altLang="zh-CN" sz="3200" b="0" dirty="0"/>
                </a:p>
              </p:txBody>
            </p:sp>
          </mc:Choice>
          <mc:Fallback xmlns="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41A21536-9561-62B8-4295-35DAB5E319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8225" y="3182778"/>
                  <a:ext cx="378309" cy="492443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2F4A0D05-B48F-54AC-20B4-0AE1E5EC3213}"/>
                    </a:ext>
                  </a:extLst>
                </p:cNvPr>
                <p:cNvSpPr txBox="1"/>
                <p:nvPr/>
              </p:nvSpPr>
              <p:spPr>
                <a:xfrm>
                  <a:off x="5803980" y="3182778"/>
                  <a:ext cx="1370182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32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altLang="zh-CN" sz="3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3200" b="0" i="1" smtClean="0">
                            <a:latin typeface="Cambria Math" panose="02040503050406030204" pitchFamily="18" charset="0"/>
                          </a:rPr>
                          <m:t>𝑑𝐹</m:t>
                        </m:r>
                      </m:oMath>
                    </m:oMathPara>
                  </a14:m>
                  <a:endParaRPr lang="en-US" altLang="zh-CN" sz="3200" b="0" dirty="0"/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2F4A0D05-B48F-54AC-20B4-0AE1E5EC32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03980" y="3182778"/>
                  <a:ext cx="1370182" cy="49244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0386CAC1-4191-E0F8-E20A-6E994FC06FE3}"/>
                    </a:ext>
                  </a:extLst>
                </p:cNvPr>
                <p:cNvSpPr txBox="1"/>
                <p:nvPr/>
              </p:nvSpPr>
              <p:spPr>
                <a:xfrm>
                  <a:off x="5185992" y="2539725"/>
                  <a:ext cx="338234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3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altLang="zh-CN" sz="3200" b="0" dirty="0"/>
                </a:p>
              </p:txBody>
            </p:sp>
          </mc:Choice>
          <mc:Fallback xmlns="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0386CAC1-4191-E0F8-E20A-6E994FC06F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5992" y="2539725"/>
                  <a:ext cx="338234" cy="49244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16E11B05-9922-C733-83FE-A504AC393D5F}"/>
                </a:ext>
              </a:extLst>
            </p:cNvPr>
            <p:cNvCxnSpPr/>
            <p:nvPr/>
          </p:nvCxnSpPr>
          <p:spPr>
            <a:xfrm>
              <a:off x="4622931" y="4684252"/>
              <a:ext cx="0" cy="18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3E528A44-8054-E3A2-AA02-FE901DBDC3E3}"/>
                </a:ext>
              </a:extLst>
            </p:cNvPr>
            <p:cNvCxnSpPr>
              <a:cxnSpLocks/>
            </p:cNvCxnSpPr>
            <p:nvPr/>
          </p:nvCxnSpPr>
          <p:spPr>
            <a:xfrm>
              <a:off x="4988056" y="4684252"/>
              <a:ext cx="0" cy="18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2669CB41-1011-79AD-A7E9-E201C99AF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28056" y="4777925"/>
              <a:ext cx="36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772E77A8-98AC-47C9-6F85-8F2A3DAFAD13}"/>
                    </a:ext>
                  </a:extLst>
                </p:cNvPr>
                <p:cNvSpPr txBox="1"/>
                <p:nvPr/>
              </p:nvSpPr>
              <p:spPr>
                <a:xfrm>
                  <a:off x="4602647" y="4771769"/>
                  <a:ext cx="410818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2400" i="1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altLang="zh-CN" sz="2400" b="0" dirty="0"/>
                </a:p>
              </p:txBody>
            </p:sp>
          </mc:Choice>
          <mc:Fallback xmlns="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772E77A8-98AC-47C9-6F85-8F2A3DAFAD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02647" y="4771769"/>
                  <a:ext cx="410818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6418" r="-7463" b="-8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6041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组合 150">
            <a:extLst>
              <a:ext uri="{FF2B5EF4-FFF2-40B4-BE49-F238E27FC236}">
                <a16:creationId xmlns:a16="http://schemas.microsoft.com/office/drawing/2014/main" id="{9560B15C-070C-AA75-9425-AEDAB56BB431}"/>
              </a:ext>
            </a:extLst>
          </p:cNvPr>
          <p:cNvGrpSpPr/>
          <p:nvPr/>
        </p:nvGrpSpPr>
        <p:grpSpPr>
          <a:xfrm>
            <a:off x="6399868" y="29171"/>
            <a:ext cx="3921146" cy="3600000"/>
            <a:chOff x="6399868" y="29171"/>
            <a:chExt cx="3921146" cy="3600000"/>
          </a:xfrm>
        </p:grpSpPr>
        <p:sp>
          <p:nvSpPr>
            <p:cNvPr id="113" name="弧形 112">
              <a:extLst>
                <a:ext uri="{FF2B5EF4-FFF2-40B4-BE49-F238E27FC236}">
                  <a16:creationId xmlns:a16="http://schemas.microsoft.com/office/drawing/2014/main" id="{3B76EC14-AE8F-2028-A54E-908C21BF6654}"/>
                </a:ext>
              </a:extLst>
            </p:cNvPr>
            <p:cNvSpPr/>
            <p:nvPr/>
          </p:nvSpPr>
          <p:spPr>
            <a:xfrm>
              <a:off x="6399868" y="29171"/>
              <a:ext cx="3600000" cy="3600000"/>
            </a:xfrm>
            <a:prstGeom prst="arc">
              <a:avLst>
                <a:gd name="adj1" fmla="val 19345695"/>
                <a:gd name="adj2" fmla="val 2277117"/>
              </a:avLst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461F7EC2-7934-F185-D0F5-004577F16327}"/>
                </a:ext>
              </a:extLst>
            </p:cNvPr>
            <p:cNvCxnSpPr>
              <a:cxnSpLocks/>
            </p:cNvCxnSpPr>
            <p:nvPr/>
          </p:nvCxnSpPr>
          <p:spPr>
            <a:xfrm>
              <a:off x="7044657" y="1833747"/>
              <a:ext cx="327635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F5E00F32-014E-53D9-EDC6-CB1949F46616}"/>
                </a:ext>
              </a:extLst>
            </p:cNvPr>
            <p:cNvCxnSpPr/>
            <p:nvPr/>
          </p:nvCxnSpPr>
          <p:spPr>
            <a:xfrm flipV="1">
              <a:off x="8199869" y="1051654"/>
              <a:ext cx="1613185" cy="77751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AF6C529B-0A66-5044-BCF3-CB9D0D4812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7158" y="1051654"/>
              <a:ext cx="1405896" cy="90204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箭头连接符 106">
              <a:extLst>
                <a:ext uri="{FF2B5EF4-FFF2-40B4-BE49-F238E27FC236}">
                  <a16:creationId xmlns:a16="http://schemas.microsoft.com/office/drawing/2014/main" id="{0D269465-BE5E-AFEF-623B-83E80729CE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0704" y="1051654"/>
              <a:ext cx="2292350" cy="77751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08B2D210-64C0-A11F-DC23-4582B542F3B7}"/>
                    </a:ext>
                  </a:extLst>
                </p:cNvPr>
                <p:cNvSpPr txBox="1"/>
                <p:nvPr/>
              </p:nvSpPr>
              <p:spPr>
                <a:xfrm>
                  <a:off x="8045764" y="1858160"/>
                  <a:ext cx="12497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en-US" altLang="zh-CN" sz="1000" b="0" dirty="0"/>
                </a:p>
              </p:txBody>
            </p:sp>
          </mc:Choice>
          <mc:Fallback xmlns="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08B2D210-64C0-A11F-DC23-4582B542F3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45764" y="1858160"/>
                  <a:ext cx="124970" cy="153888"/>
                </a:xfrm>
                <a:prstGeom prst="rect">
                  <a:avLst/>
                </a:prstGeom>
                <a:blipFill>
                  <a:blip r:embed="rId15"/>
                  <a:stretch>
                    <a:fillRect l="-25000" r="-20000" b="-8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文本框 119">
                  <a:extLst>
                    <a:ext uri="{FF2B5EF4-FFF2-40B4-BE49-F238E27FC236}">
                      <a16:creationId xmlns:a16="http://schemas.microsoft.com/office/drawing/2014/main" id="{A197A746-9569-5F6B-C05D-F8B78FB6253A}"/>
                    </a:ext>
                  </a:extLst>
                </p:cNvPr>
                <p:cNvSpPr txBox="1"/>
                <p:nvPr/>
              </p:nvSpPr>
              <p:spPr>
                <a:xfrm>
                  <a:off x="7864666" y="1675283"/>
                  <a:ext cx="143501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sz="1000" b="0" dirty="0"/>
                </a:p>
              </p:txBody>
            </p:sp>
          </mc:Choice>
          <mc:Fallback xmlns="">
            <p:sp>
              <p:nvSpPr>
                <p:cNvPr id="120" name="文本框 119">
                  <a:extLst>
                    <a:ext uri="{FF2B5EF4-FFF2-40B4-BE49-F238E27FC236}">
                      <a16:creationId xmlns:a16="http://schemas.microsoft.com/office/drawing/2014/main" id="{A197A746-9569-5F6B-C05D-F8B78FB625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64666" y="1675283"/>
                  <a:ext cx="143501" cy="153888"/>
                </a:xfrm>
                <a:prstGeom prst="rect">
                  <a:avLst/>
                </a:prstGeom>
                <a:blipFill>
                  <a:blip r:embed="rId16"/>
                  <a:stretch>
                    <a:fillRect l="-16667" r="-4167" b="-16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1" name="弧形 120">
              <a:extLst>
                <a:ext uri="{FF2B5EF4-FFF2-40B4-BE49-F238E27FC236}">
                  <a16:creationId xmlns:a16="http://schemas.microsoft.com/office/drawing/2014/main" id="{322C92ED-7A5E-B910-32A0-EFB01B5A380F}"/>
                </a:ext>
              </a:extLst>
            </p:cNvPr>
            <p:cNvSpPr/>
            <p:nvPr/>
          </p:nvSpPr>
          <p:spPr>
            <a:xfrm>
              <a:off x="6783268" y="1280572"/>
              <a:ext cx="1033200" cy="1033200"/>
            </a:xfrm>
            <a:prstGeom prst="arc">
              <a:avLst>
                <a:gd name="adj1" fmla="val 21158154"/>
                <a:gd name="adj2" fmla="val 259083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2" name="弧形 121">
              <a:extLst>
                <a:ext uri="{FF2B5EF4-FFF2-40B4-BE49-F238E27FC236}">
                  <a16:creationId xmlns:a16="http://schemas.microsoft.com/office/drawing/2014/main" id="{E10C9FB4-349D-F60A-E591-B892C466ECF5}"/>
                </a:ext>
              </a:extLst>
            </p:cNvPr>
            <p:cNvSpPr/>
            <p:nvPr/>
          </p:nvSpPr>
          <p:spPr>
            <a:xfrm>
              <a:off x="8001042" y="1621523"/>
              <a:ext cx="390525" cy="390525"/>
            </a:xfrm>
            <a:prstGeom prst="arc">
              <a:avLst>
                <a:gd name="adj1" fmla="val 20357453"/>
                <a:gd name="adj2" fmla="val 249377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文本框 122">
                  <a:extLst>
                    <a:ext uri="{FF2B5EF4-FFF2-40B4-BE49-F238E27FC236}">
                      <a16:creationId xmlns:a16="http://schemas.microsoft.com/office/drawing/2014/main" id="{061DF774-9336-57F7-7B73-71313DD8463E}"/>
                    </a:ext>
                  </a:extLst>
                </p:cNvPr>
                <p:cNvSpPr txBox="1"/>
                <p:nvPr/>
              </p:nvSpPr>
              <p:spPr>
                <a:xfrm>
                  <a:off x="8448106" y="1675283"/>
                  <a:ext cx="105798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β</m:t>
                        </m:r>
                      </m:oMath>
                    </m:oMathPara>
                  </a14:m>
                  <a:endParaRPr lang="en-US" altLang="zh-CN" sz="1000" b="0" dirty="0"/>
                </a:p>
              </p:txBody>
            </p:sp>
          </mc:Choice>
          <mc:Fallback xmlns="">
            <p:sp>
              <p:nvSpPr>
                <p:cNvPr id="123" name="文本框 122">
                  <a:extLst>
                    <a:ext uri="{FF2B5EF4-FFF2-40B4-BE49-F238E27FC236}">
                      <a16:creationId xmlns:a16="http://schemas.microsoft.com/office/drawing/2014/main" id="{061DF774-9336-57F7-7B73-71313DD846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48106" y="1675283"/>
                  <a:ext cx="105798" cy="153888"/>
                </a:xfrm>
                <a:prstGeom prst="rect">
                  <a:avLst/>
                </a:prstGeom>
                <a:blipFill>
                  <a:blip r:embed="rId17"/>
                  <a:stretch>
                    <a:fillRect l="-41176" r="-47059" b="-36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4" name="弧形 123">
              <a:extLst>
                <a:ext uri="{FF2B5EF4-FFF2-40B4-BE49-F238E27FC236}">
                  <a16:creationId xmlns:a16="http://schemas.microsoft.com/office/drawing/2014/main" id="{4B0E1E37-438C-426A-BDFA-9A5468083818}"/>
                </a:ext>
              </a:extLst>
            </p:cNvPr>
            <p:cNvSpPr/>
            <p:nvPr/>
          </p:nvSpPr>
          <p:spPr>
            <a:xfrm>
              <a:off x="8215456" y="1556508"/>
              <a:ext cx="578032" cy="578032"/>
            </a:xfrm>
            <a:prstGeom prst="arc">
              <a:avLst>
                <a:gd name="adj1" fmla="val 20026563"/>
                <a:gd name="adj2" fmla="val 21427977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B1244AD7-98CF-7BF8-A26D-284477548D6D}"/>
                    </a:ext>
                  </a:extLst>
                </p:cNvPr>
                <p:cNvSpPr txBox="1"/>
                <p:nvPr/>
              </p:nvSpPr>
              <p:spPr>
                <a:xfrm>
                  <a:off x="8806007" y="1675283"/>
                  <a:ext cx="161776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altLang="zh-CN" sz="1000" b="0" dirty="0"/>
                </a:p>
              </p:txBody>
            </p:sp>
          </mc:Choice>
          <mc:Fallback xmlns="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B1244AD7-98CF-7BF8-A26D-284477548D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06007" y="1675283"/>
                  <a:ext cx="161776" cy="153888"/>
                </a:xfrm>
                <a:prstGeom prst="rect">
                  <a:avLst/>
                </a:prstGeom>
                <a:blipFill>
                  <a:blip r:embed="rId18"/>
                  <a:stretch>
                    <a:fillRect l="-19231" r="-3846" b="-12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6" name="弧形 125">
              <a:extLst>
                <a:ext uri="{FF2B5EF4-FFF2-40B4-BE49-F238E27FC236}">
                  <a16:creationId xmlns:a16="http://schemas.microsoft.com/office/drawing/2014/main" id="{DD2E412B-8682-9F6A-F44C-73AE7D3DD8B4}"/>
                </a:ext>
              </a:extLst>
            </p:cNvPr>
            <p:cNvSpPr/>
            <p:nvPr/>
          </p:nvSpPr>
          <p:spPr>
            <a:xfrm>
              <a:off x="8893791" y="1308696"/>
              <a:ext cx="180000" cy="180000"/>
            </a:xfrm>
            <a:prstGeom prst="arc">
              <a:avLst>
                <a:gd name="adj1" fmla="val 7198494"/>
                <a:gd name="adj2" fmla="val 12238623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文本框 128">
                  <a:extLst>
                    <a:ext uri="{FF2B5EF4-FFF2-40B4-BE49-F238E27FC236}">
                      <a16:creationId xmlns:a16="http://schemas.microsoft.com/office/drawing/2014/main" id="{D5730B59-C809-4815-40C6-CD240ACE26D3}"/>
                    </a:ext>
                  </a:extLst>
                </p:cNvPr>
                <p:cNvSpPr txBox="1"/>
                <p:nvPr/>
              </p:nvSpPr>
              <p:spPr>
                <a:xfrm>
                  <a:off x="8761007" y="1354317"/>
                  <a:ext cx="10900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altLang="zh-CN" sz="1000" b="0" dirty="0"/>
                </a:p>
              </p:txBody>
            </p:sp>
          </mc:Choice>
          <mc:Fallback xmlns="">
            <p:sp>
              <p:nvSpPr>
                <p:cNvPr id="129" name="文本框 128">
                  <a:extLst>
                    <a:ext uri="{FF2B5EF4-FFF2-40B4-BE49-F238E27FC236}">
                      <a16:creationId xmlns:a16="http://schemas.microsoft.com/office/drawing/2014/main" id="{D5730B59-C809-4815-40C6-CD240ACE26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1007" y="1354317"/>
                  <a:ext cx="109004" cy="153888"/>
                </a:xfrm>
                <a:prstGeom prst="rect">
                  <a:avLst/>
                </a:prstGeom>
                <a:blipFill>
                  <a:blip r:embed="rId19"/>
                  <a:stretch>
                    <a:fillRect l="-11111" r="-16667" b="-4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本框 129">
                  <a:extLst>
                    <a:ext uri="{FF2B5EF4-FFF2-40B4-BE49-F238E27FC236}">
                      <a16:creationId xmlns:a16="http://schemas.microsoft.com/office/drawing/2014/main" id="{E2F51F1E-83F5-535B-A1EE-BF6A5C85890C}"/>
                    </a:ext>
                  </a:extLst>
                </p:cNvPr>
                <p:cNvSpPr txBox="1"/>
                <p:nvPr/>
              </p:nvSpPr>
              <p:spPr>
                <a:xfrm>
                  <a:off x="8820359" y="1470922"/>
                  <a:ext cx="10900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altLang="zh-CN" sz="1000" b="0" dirty="0"/>
                </a:p>
              </p:txBody>
            </p:sp>
          </mc:Choice>
          <mc:Fallback xmlns="">
            <p:sp>
              <p:nvSpPr>
                <p:cNvPr id="130" name="文本框 129">
                  <a:extLst>
                    <a:ext uri="{FF2B5EF4-FFF2-40B4-BE49-F238E27FC236}">
                      <a16:creationId xmlns:a16="http://schemas.microsoft.com/office/drawing/2014/main" id="{E2F51F1E-83F5-535B-A1EE-BF6A5C8589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20359" y="1470922"/>
                  <a:ext cx="109004" cy="153888"/>
                </a:xfrm>
                <a:prstGeom prst="rect">
                  <a:avLst/>
                </a:prstGeom>
                <a:blipFill>
                  <a:blip r:embed="rId20"/>
                  <a:stretch>
                    <a:fillRect l="-16667" r="-111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弧形 130">
              <a:extLst>
                <a:ext uri="{FF2B5EF4-FFF2-40B4-BE49-F238E27FC236}">
                  <a16:creationId xmlns:a16="http://schemas.microsoft.com/office/drawing/2014/main" id="{F33C20E8-9B34-AE38-D537-AC65B7685435}"/>
                </a:ext>
              </a:extLst>
            </p:cNvPr>
            <p:cNvSpPr/>
            <p:nvPr/>
          </p:nvSpPr>
          <p:spPr>
            <a:xfrm>
              <a:off x="8937304" y="1410541"/>
              <a:ext cx="180000" cy="180000"/>
            </a:xfrm>
            <a:prstGeom prst="arc">
              <a:avLst>
                <a:gd name="adj1" fmla="val 7211669"/>
                <a:gd name="adj2" fmla="val 12118225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7" name="直接连接符 136">
              <a:extLst>
                <a:ext uri="{FF2B5EF4-FFF2-40B4-BE49-F238E27FC236}">
                  <a16:creationId xmlns:a16="http://schemas.microsoft.com/office/drawing/2014/main" id="{BF4605F7-FEBF-287E-B640-585D768EB678}"/>
                </a:ext>
              </a:extLst>
            </p:cNvPr>
            <p:cNvCxnSpPr>
              <a:cxnSpLocks/>
            </p:cNvCxnSpPr>
            <p:nvPr/>
          </p:nvCxnSpPr>
          <p:spPr>
            <a:xfrm>
              <a:off x="8196304" y="1829171"/>
              <a:ext cx="0" cy="3845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接连接符 138">
              <a:extLst>
                <a:ext uri="{FF2B5EF4-FFF2-40B4-BE49-F238E27FC236}">
                  <a16:creationId xmlns:a16="http://schemas.microsoft.com/office/drawing/2014/main" id="{A069311F-660B-7334-8193-C7267ACC54B4}"/>
                </a:ext>
              </a:extLst>
            </p:cNvPr>
            <p:cNvCxnSpPr>
              <a:cxnSpLocks/>
            </p:cNvCxnSpPr>
            <p:nvPr/>
          </p:nvCxnSpPr>
          <p:spPr>
            <a:xfrm>
              <a:off x="8196304" y="2156808"/>
              <a:ext cx="1803564" cy="0"/>
            </a:xfrm>
            <a:prstGeom prst="line">
              <a:avLst/>
            </a:prstGeom>
            <a:ln w="12700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接连接符 141">
              <a:extLst>
                <a:ext uri="{FF2B5EF4-FFF2-40B4-BE49-F238E27FC236}">
                  <a16:creationId xmlns:a16="http://schemas.microsoft.com/office/drawing/2014/main" id="{25E70238-0992-3B7D-11F1-0961BCB31414}"/>
                </a:ext>
              </a:extLst>
            </p:cNvPr>
            <p:cNvCxnSpPr>
              <a:cxnSpLocks/>
            </p:cNvCxnSpPr>
            <p:nvPr/>
          </p:nvCxnSpPr>
          <p:spPr>
            <a:xfrm>
              <a:off x="10004464" y="1829171"/>
              <a:ext cx="0" cy="3845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文本框 143">
                  <a:extLst>
                    <a:ext uri="{FF2B5EF4-FFF2-40B4-BE49-F238E27FC236}">
                      <a16:creationId xmlns:a16="http://schemas.microsoft.com/office/drawing/2014/main" id="{25D43850-A9A2-9056-7C88-8235A24B4025}"/>
                    </a:ext>
                  </a:extLst>
                </p:cNvPr>
                <p:cNvSpPr txBox="1"/>
                <p:nvPr/>
              </p:nvSpPr>
              <p:spPr>
                <a:xfrm>
                  <a:off x="8983791" y="2002920"/>
                  <a:ext cx="115416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000" i="1">
                            <a:latin typeface="Cambria Math" panose="02040503050406030204" pitchFamily="18" charset="0"/>
                          </a:rPr>
                          <m:t>R</m:t>
                        </m:r>
                      </m:oMath>
                    </m:oMathPara>
                  </a14:m>
                  <a:endParaRPr lang="en-US" altLang="zh-CN" sz="1000" b="0" dirty="0"/>
                </a:p>
              </p:txBody>
            </p:sp>
          </mc:Choice>
          <mc:Fallback xmlns="">
            <p:sp>
              <p:nvSpPr>
                <p:cNvPr id="144" name="文本框 143">
                  <a:extLst>
                    <a:ext uri="{FF2B5EF4-FFF2-40B4-BE49-F238E27FC236}">
                      <a16:creationId xmlns:a16="http://schemas.microsoft.com/office/drawing/2014/main" id="{25D43850-A9A2-9056-7C88-8235A24B40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83791" y="2002920"/>
                  <a:ext cx="115416" cy="153888"/>
                </a:xfrm>
                <a:prstGeom prst="rect">
                  <a:avLst/>
                </a:prstGeom>
                <a:blipFill>
                  <a:blip r:embed="rId21"/>
                  <a:stretch>
                    <a:fillRect l="-26316" r="-21053" b="-8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6" name="直接连接符 145">
              <a:extLst>
                <a:ext uri="{FF2B5EF4-FFF2-40B4-BE49-F238E27FC236}">
                  <a16:creationId xmlns:a16="http://schemas.microsoft.com/office/drawing/2014/main" id="{C5EA94ED-D4A6-F9E6-2F77-BCFEA861C8C0}"/>
                </a:ext>
              </a:extLst>
            </p:cNvPr>
            <p:cNvCxnSpPr>
              <a:cxnSpLocks/>
            </p:cNvCxnSpPr>
            <p:nvPr/>
          </p:nvCxnSpPr>
          <p:spPr>
            <a:xfrm>
              <a:off x="9813054" y="1054430"/>
              <a:ext cx="0" cy="774741"/>
            </a:xfrm>
            <a:prstGeom prst="line">
              <a:avLst/>
            </a:prstGeom>
            <a:ln w="12700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4DFCB237-E99A-8F87-4ABF-6EF00000B557}"/>
                    </a:ext>
                  </a:extLst>
                </p:cNvPr>
                <p:cNvSpPr txBox="1"/>
                <p:nvPr/>
              </p:nvSpPr>
              <p:spPr>
                <a:xfrm>
                  <a:off x="9683758" y="1376543"/>
                  <a:ext cx="122661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sz="1000" b="0" dirty="0"/>
                </a:p>
              </p:txBody>
            </p:sp>
          </mc:Choice>
          <mc:Fallback xmlns=""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4DFCB237-E99A-8F87-4ABF-6EF00000B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83758" y="1376543"/>
                  <a:ext cx="122661" cy="153888"/>
                </a:xfrm>
                <a:prstGeom prst="rect">
                  <a:avLst/>
                </a:prstGeom>
                <a:blipFill>
                  <a:blip r:embed="rId22"/>
                  <a:stretch>
                    <a:fillRect l="-15000" r="-5000" b="-16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1877007C-F6E0-F896-2653-998F807F58F1}"/>
              </a:ext>
            </a:extLst>
          </p:cNvPr>
          <p:cNvGrpSpPr/>
          <p:nvPr/>
        </p:nvGrpSpPr>
        <p:grpSpPr>
          <a:xfrm>
            <a:off x="495300" y="50791"/>
            <a:ext cx="5245100" cy="2799750"/>
            <a:chOff x="495300" y="50791"/>
            <a:chExt cx="5245100" cy="2799750"/>
          </a:xfrm>
        </p:grpSpPr>
        <p:grpSp>
          <p:nvGrpSpPr>
            <p:cNvPr id="65" name="组合 64">
              <a:extLst>
                <a:ext uri="{FF2B5EF4-FFF2-40B4-BE49-F238E27FC236}">
                  <a16:creationId xmlns:a16="http://schemas.microsoft.com/office/drawing/2014/main" id="{574BA431-B3DD-F363-A08A-60F320664AAC}"/>
                </a:ext>
              </a:extLst>
            </p:cNvPr>
            <p:cNvGrpSpPr/>
            <p:nvPr/>
          </p:nvGrpSpPr>
          <p:grpSpPr>
            <a:xfrm>
              <a:off x="495300" y="50791"/>
              <a:ext cx="5245100" cy="2333923"/>
              <a:chOff x="1714500" y="1212841"/>
              <a:chExt cx="5245100" cy="2333923"/>
            </a:xfrm>
          </p:grpSpPr>
          <p:sp>
            <p:nvSpPr>
              <p:cNvPr id="8" name="任意多边形: 形状 7">
                <a:extLst>
                  <a:ext uri="{FF2B5EF4-FFF2-40B4-BE49-F238E27FC236}">
                    <a16:creationId xmlns:a16="http://schemas.microsoft.com/office/drawing/2014/main" id="{B6464A32-0655-CF5E-3AD1-134EED44EC6E}"/>
                  </a:ext>
                </a:extLst>
              </p:cNvPr>
              <p:cNvSpPr/>
              <p:nvPr/>
            </p:nvSpPr>
            <p:spPr>
              <a:xfrm>
                <a:off x="2168236" y="1600200"/>
                <a:ext cx="647294" cy="1946564"/>
              </a:xfrm>
              <a:custGeom>
                <a:avLst/>
                <a:gdLst>
                  <a:gd name="connsiteX0" fmla="*/ 0 w 647294"/>
                  <a:gd name="connsiteY0" fmla="*/ 0 h 1946564"/>
                  <a:gd name="connsiteX1" fmla="*/ 647294 w 647294"/>
                  <a:gd name="connsiteY1" fmla="*/ 0 h 1946564"/>
                  <a:gd name="connsiteX2" fmla="*/ 577250 w 647294"/>
                  <a:gd name="connsiteY2" fmla="*/ 115295 h 1946564"/>
                  <a:gd name="connsiteX3" fmla="*/ 360000 w 647294"/>
                  <a:gd name="connsiteY3" fmla="*/ 973282 h 1946564"/>
                  <a:gd name="connsiteX4" fmla="*/ 577250 w 647294"/>
                  <a:gd name="connsiteY4" fmla="*/ 1831269 h 1946564"/>
                  <a:gd name="connsiteX5" fmla="*/ 647294 w 647294"/>
                  <a:gd name="connsiteY5" fmla="*/ 1946564 h 1946564"/>
                  <a:gd name="connsiteX6" fmla="*/ 0 w 647294"/>
                  <a:gd name="connsiteY6" fmla="*/ 1946564 h 1946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47294" h="1946564">
                    <a:moveTo>
                      <a:pt x="0" y="0"/>
                    </a:moveTo>
                    <a:lnTo>
                      <a:pt x="647294" y="0"/>
                    </a:lnTo>
                    <a:lnTo>
                      <a:pt x="577250" y="115295"/>
                    </a:lnTo>
                    <a:cubicBezTo>
                      <a:pt x="438700" y="370343"/>
                      <a:pt x="360000" y="662622"/>
                      <a:pt x="360000" y="973282"/>
                    </a:cubicBezTo>
                    <a:cubicBezTo>
                      <a:pt x="360000" y="1283942"/>
                      <a:pt x="438700" y="1576221"/>
                      <a:pt x="577250" y="1831269"/>
                    </a:cubicBezTo>
                    <a:lnTo>
                      <a:pt x="647294" y="1946564"/>
                    </a:lnTo>
                    <a:lnTo>
                      <a:pt x="0" y="1946564"/>
                    </a:ln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任意多边形: 形状 8">
                <a:extLst>
                  <a:ext uri="{FF2B5EF4-FFF2-40B4-BE49-F238E27FC236}">
                    <a16:creationId xmlns:a16="http://schemas.microsoft.com/office/drawing/2014/main" id="{FB80A6CD-B5B6-9C2F-21D2-511A0E92E6C9}"/>
                  </a:ext>
                </a:extLst>
              </p:cNvPr>
              <p:cNvSpPr/>
              <p:nvPr/>
            </p:nvSpPr>
            <p:spPr>
              <a:xfrm rot="10800000">
                <a:off x="5772353" y="1600200"/>
                <a:ext cx="647294" cy="1946564"/>
              </a:xfrm>
              <a:custGeom>
                <a:avLst/>
                <a:gdLst>
                  <a:gd name="connsiteX0" fmla="*/ 0 w 647294"/>
                  <a:gd name="connsiteY0" fmla="*/ 0 h 1946564"/>
                  <a:gd name="connsiteX1" fmla="*/ 647294 w 647294"/>
                  <a:gd name="connsiteY1" fmla="*/ 0 h 1946564"/>
                  <a:gd name="connsiteX2" fmla="*/ 577250 w 647294"/>
                  <a:gd name="connsiteY2" fmla="*/ 115295 h 1946564"/>
                  <a:gd name="connsiteX3" fmla="*/ 360000 w 647294"/>
                  <a:gd name="connsiteY3" fmla="*/ 973282 h 1946564"/>
                  <a:gd name="connsiteX4" fmla="*/ 577250 w 647294"/>
                  <a:gd name="connsiteY4" fmla="*/ 1831269 h 1946564"/>
                  <a:gd name="connsiteX5" fmla="*/ 647294 w 647294"/>
                  <a:gd name="connsiteY5" fmla="*/ 1946564 h 1946564"/>
                  <a:gd name="connsiteX6" fmla="*/ 0 w 647294"/>
                  <a:gd name="connsiteY6" fmla="*/ 1946564 h 1946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47294" h="1946564">
                    <a:moveTo>
                      <a:pt x="0" y="0"/>
                    </a:moveTo>
                    <a:lnTo>
                      <a:pt x="647294" y="0"/>
                    </a:lnTo>
                    <a:lnTo>
                      <a:pt x="577250" y="115295"/>
                    </a:lnTo>
                    <a:cubicBezTo>
                      <a:pt x="438700" y="370343"/>
                      <a:pt x="360000" y="662622"/>
                      <a:pt x="360000" y="973282"/>
                    </a:cubicBezTo>
                    <a:cubicBezTo>
                      <a:pt x="360000" y="1283942"/>
                      <a:pt x="438700" y="1576221"/>
                      <a:pt x="577250" y="1831269"/>
                    </a:cubicBezTo>
                    <a:lnTo>
                      <a:pt x="647294" y="1946564"/>
                    </a:lnTo>
                    <a:lnTo>
                      <a:pt x="0" y="1946564"/>
                    </a:ln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" name="直接连接符 12">
                <a:extLst>
                  <a:ext uri="{FF2B5EF4-FFF2-40B4-BE49-F238E27FC236}">
                    <a16:creationId xmlns:a16="http://schemas.microsoft.com/office/drawing/2014/main" id="{643F3726-52A2-CF2A-BA2C-86B3FD10A0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4500" y="2573482"/>
                <a:ext cx="52451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2ABF5480-DF89-3FE4-7E8D-C4E0F2B3E58D}"/>
                  </a:ext>
                </a:extLst>
              </p:cNvPr>
              <p:cNvCxnSpPr>
                <a:cxnSpLocks/>
                <a:endCxn id="9" idx="4"/>
              </p:cNvCxnSpPr>
              <p:nvPr/>
            </p:nvCxnSpPr>
            <p:spPr>
              <a:xfrm flipV="1">
                <a:off x="2595033" y="1715495"/>
                <a:ext cx="3247364" cy="35883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文本框 19">
                    <a:extLst>
                      <a:ext uri="{FF2B5EF4-FFF2-40B4-BE49-F238E27FC236}">
                        <a16:creationId xmlns:a16="http://schemas.microsoft.com/office/drawing/2014/main" id="{243057D0-9D77-3D54-71DF-9E313E1177A8}"/>
                      </a:ext>
                    </a:extLst>
                  </p:cNvPr>
                  <p:cNvSpPr txBox="1"/>
                  <p:nvPr/>
                </p:nvSpPr>
                <p:spPr>
                  <a:xfrm>
                    <a:off x="2692533" y="1737700"/>
                    <a:ext cx="58112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20" name="文本框 19">
                    <a:extLst>
                      <a:ext uri="{FF2B5EF4-FFF2-40B4-BE49-F238E27FC236}">
                        <a16:creationId xmlns:a16="http://schemas.microsoft.com/office/drawing/2014/main" id="{243057D0-9D77-3D54-71DF-9E313E1177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2533" y="1737700"/>
                    <a:ext cx="581120" cy="21544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0526" r="-9474" b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直接连接符 21">
                <a:extLst>
                  <a:ext uri="{FF2B5EF4-FFF2-40B4-BE49-F238E27FC236}">
                    <a16:creationId xmlns:a16="http://schemas.microsoft.com/office/drawing/2014/main" id="{2F085D2E-F6EE-C753-11C2-605ED2F5F0C3}"/>
                  </a:ext>
                </a:extLst>
              </p:cNvPr>
              <p:cNvCxnSpPr/>
              <p:nvPr/>
            </p:nvCxnSpPr>
            <p:spPr>
              <a:xfrm>
                <a:off x="2595033" y="2074333"/>
                <a:ext cx="1962790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弧形 22">
                <a:extLst>
                  <a:ext uri="{FF2B5EF4-FFF2-40B4-BE49-F238E27FC236}">
                    <a16:creationId xmlns:a16="http://schemas.microsoft.com/office/drawing/2014/main" id="{58B4B86B-D6FF-F8DA-E6C1-614C0AEF5526}"/>
                  </a:ext>
                </a:extLst>
              </p:cNvPr>
              <p:cNvSpPr/>
              <p:nvPr/>
            </p:nvSpPr>
            <p:spPr>
              <a:xfrm>
                <a:off x="3358484" y="1737700"/>
                <a:ext cx="509587" cy="509587"/>
              </a:xfrm>
              <a:prstGeom prst="arc">
                <a:avLst>
                  <a:gd name="adj1" fmla="val 20808270"/>
                  <a:gd name="adj2" fmla="val 1144584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>
                    <a:extLst>
                      <a:ext uri="{FF2B5EF4-FFF2-40B4-BE49-F238E27FC236}">
                        <a16:creationId xmlns:a16="http://schemas.microsoft.com/office/drawing/2014/main" id="{4455EBD5-8EC3-3ED4-AEC6-0C076CAA2207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280" y="1901380"/>
                    <a:ext cx="393056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000" b="0" dirty="0"/>
                  </a:p>
                </p:txBody>
              </p:sp>
            </mc:Choice>
            <mc:Fallback xmlns="">
              <p:sp>
                <p:nvSpPr>
                  <p:cNvPr id="24" name="文本框 23">
                    <a:extLst>
                      <a:ext uri="{FF2B5EF4-FFF2-40B4-BE49-F238E27FC236}">
                        <a16:creationId xmlns:a16="http://schemas.microsoft.com/office/drawing/2014/main" id="{4455EBD5-8EC3-3ED4-AEC6-0C076CAA22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2280" y="1901380"/>
                    <a:ext cx="393056" cy="15388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7813" r="-12500" b="-3846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" name="直接连接符 28">
                <a:extLst>
                  <a:ext uri="{FF2B5EF4-FFF2-40B4-BE49-F238E27FC236}">
                    <a16:creationId xmlns:a16="http://schemas.microsoft.com/office/drawing/2014/main" id="{C3CC0435-CE25-7A15-A7C6-A14A6C7F2B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9513" y="2074333"/>
                <a:ext cx="0" cy="499149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stealth"/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文本框 30">
                    <a:extLst>
                      <a:ext uri="{FF2B5EF4-FFF2-40B4-BE49-F238E27FC236}">
                        <a16:creationId xmlns:a16="http://schemas.microsoft.com/office/drawing/2014/main" id="{8B5DF6DE-13DA-3795-D083-AD1793FBC351}"/>
                      </a:ext>
                    </a:extLst>
                  </p:cNvPr>
                  <p:cNvSpPr txBox="1"/>
                  <p:nvPr/>
                </p:nvSpPr>
                <p:spPr>
                  <a:xfrm>
                    <a:off x="2815530" y="2230236"/>
                    <a:ext cx="138948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1000" b="0" dirty="0"/>
                  </a:p>
                </p:txBody>
              </p:sp>
            </mc:Choice>
            <mc:Fallback xmlns="">
              <p:sp>
                <p:nvSpPr>
                  <p:cNvPr id="31" name="文本框 30">
                    <a:extLst>
                      <a:ext uri="{FF2B5EF4-FFF2-40B4-BE49-F238E27FC236}">
                        <a16:creationId xmlns:a16="http://schemas.microsoft.com/office/drawing/2014/main" id="{8B5DF6DE-13DA-3795-D083-AD1793FBC3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5530" y="2230236"/>
                    <a:ext cx="138948" cy="1538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3043" r="-8696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1426AD22-8632-4D24-AD15-4A7D2B15D2B6}"/>
                      </a:ext>
                    </a:extLst>
                  </p:cNvPr>
                  <p:cNvSpPr txBox="1"/>
                  <p:nvPr/>
                </p:nvSpPr>
                <p:spPr>
                  <a:xfrm>
                    <a:off x="5127565" y="1500050"/>
                    <a:ext cx="547958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1426AD22-8632-4D24-AD15-4A7D2B15D2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7565" y="1500050"/>
                    <a:ext cx="547958" cy="21544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3333" r="-14444" b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1364C564-38AE-36D7-A3CB-BF1BA31237E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95033" y="1715494"/>
                <a:ext cx="3238014" cy="13282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>
                    <a:extLst>
                      <a:ext uri="{FF2B5EF4-FFF2-40B4-BE49-F238E27FC236}">
                        <a16:creationId xmlns:a16="http://schemas.microsoft.com/office/drawing/2014/main" id="{3A3E2D1B-509D-1C9E-2BA1-B55A0F665BF1}"/>
                      </a:ext>
                    </a:extLst>
                  </p:cNvPr>
                  <p:cNvSpPr txBox="1"/>
                  <p:nvPr/>
                </p:nvSpPr>
                <p:spPr>
                  <a:xfrm>
                    <a:off x="5278214" y="1900767"/>
                    <a:ext cx="547958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36" name="文本框 35">
                    <a:extLst>
                      <a:ext uri="{FF2B5EF4-FFF2-40B4-BE49-F238E27FC236}">
                        <a16:creationId xmlns:a16="http://schemas.microsoft.com/office/drawing/2014/main" id="{3A3E2D1B-509D-1C9E-2BA1-B55A0F665B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78214" y="1900767"/>
                    <a:ext cx="547958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4444" r="-13333" b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直接连接符 36">
                <a:extLst>
                  <a:ext uri="{FF2B5EF4-FFF2-40B4-BE49-F238E27FC236}">
                    <a16:creationId xmlns:a16="http://schemas.microsoft.com/office/drawing/2014/main" id="{D585404F-6C64-4382-7A53-A766C64452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26667" y="1715495"/>
                <a:ext cx="0" cy="85798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stealth"/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1F820EBB-F436-7212-F92E-4A538F50C8B3}"/>
                      </a:ext>
                    </a:extLst>
                  </p:cNvPr>
                  <p:cNvSpPr txBox="1"/>
                  <p:nvPr/>
                </p:nvSpPr>
                <p:spPr>
                  <a:xfrm>
                    <a:off x="5481015" y="2214642"/>
                    <a:ext cx="354328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000" b="0" dirty="0"/>
                  </a:p>
                </p:txBody>
              </p:sp>
            </mc:Choice>
            <mc:Fallback xmlns=""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1F820EBB-F436-7212-F92E-4A538F50C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81015" y="2214642"/>
                    <a:ext cx="354328" cy="153888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448" t="-4000" r="-1551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15F7BF37-726D-A0C1-57A6-A6930CA226DC}"/>
                      </a:ext>
                    </a:extLst>
                  </p:cNvPr>
                  <p:cNvSpPr txBox="1"/>
                  <p:nvPr/>
                </p:nvSpPr>
                <p:spPr>
                  <a:xfrm>
                    <a:off x="2526118" y="2609537"/>
                    <a:ext cx="577529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15F7BF37-726D-A0C1-57A6-A6930CA226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26118" y="2609537"/>
                    <a:ext cx="577529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9474" r="-9474" b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弧形 41">
                <a:extLst>
                  <a:ext uri="{FF2B5EF4-FFF2-40B4-BE49-F238E27FC236}">
                    <a16:creationId xmlns:a16="http://schemas.microsoft.com/office/drawing/2014/main" id="{9FAE7AC8-DB35-74F0-420F-202570508216}"/>
                  </a:ext>
                </a:extLst>
              </p:cNvPr>
              <p:cNvSpPr/>
              <p:nvPr/>
            </p:nvSpPr>
            <p:spPr>
              <a:xfrm>
                <a:off x="3096251" y="1992493"/>
                <a:ext cx="1092200" cy="1092200"/>
              </a:xfrm>
              <a:prstGeom prst="arc">
                <a:avLst>
                  <a:gd name="adj1" fmla="val 20723918"/>
                  <a:gd name="adj2" fmla="val 238535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本框 42">
                    <a:extLst>
                      <a:ext uri="{FF2B5EF4-FFF2-40B4-BE49-F238E27FC236}">
                        <a16:creationId xmlns:a16="http://schemas.microsoft.com/office/drawing/2014/main" id="{388235FD-AE82-9A5C-F484-46B0D273A81C}"/>
                      </a:ext>
                    </a:extLst>
                  </p:cNvPr>
                  <p:cNvSpPr txBox="1"/>
                  <p:nvPr/>
                </p:nvSpPr>
                <p:spPr>
                  <a:xfrm>
                    <a:off x="4230628" y="2384705"/>
                    <a:ext cx="392993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000" b="0" dirty="0"/>
                  </a:p>
                </p:txBody>
              </p:sp>
            </mc:Choice>
            <mc:Fallback xmlns="">
              <p:sp>
                <p:nvSpPr>
                  <p:cNvPr id="43" name="文本框 42">
                    <a:extLst>
                      <a:ext uri="{FF2B5EF4-FFF2-40B4-BE49-F238E27FC236}">
                        <a16:creationId xmlns:a16="http://schemas.microsoft.com/office/drawing/2014/main" id="{388235FD-AE82-9A5C-F484-46B0D273A8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30628" y="2384705"/>
                    <a:ext cx="392993" cy="15388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250" t="-4000" r="-125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C21FD4B1-B720-8C0F-8B5C-998EAAA8439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92737" y="2861035"/>
                <a:ext cx="1849138" cy="18658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文本框 48">
                    <a:extLst>
                      <a:ext uri="{FF2B5EF4-FFF2-40B4-BE49-F238E27FC236}">
                        <a16:creationId xmlns:a16="http://schemas.microsoft.com/office/drawing/2014/main" id="{B25BAB0F-5FD8-FC06-FC17-7811DAFAD449}"/>
                      </a:ext>
                    </a:extLst>
                  </p:cNvPr>
                  <p:cNvSpPr txBox="1"/>
                  <p:nvPr/>
                </p:nvSpPr>
                <p:spPr>
                  <a:xfrm>
                    <a:off x="2775105" y="3223599"/>
                    <a:ext cx="58945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49" name="文本框 48">
                    <a:extLst>
                      <a:ext uri="{FF2B5EF4-FFF2-40B4-BE49-F238E27FC236}">
                        <a16:creationId xmlns:a16="http://schemas.microsoft.com/office/drawing/2014/main" id="{B25BAB0F-5FD8-FC06-FC17-7811DAFAD4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5105" y="3223599"/>
                    <a:ext cx="589457" cy="21544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9278" r="-9278" b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0" name="直接连接符 49">
                <a:extLst>
                  <a:ext uri="{FF2B5EF4-FFF2-40B4-BE49-F238E27FC236}">
                    <a16:creationId xmlns:a16="http://schemas.microsoft.com/office/drawing/2014/main" id="{6D4FADA7-2703-7C02-401E-8E9B98A136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2484" y="3041649"/>
                <a:ext cx="221129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弧形 51">
                <a:extLst>
                  <a:ext uri="{FF2B5EF4-FFF2-40B4-BE49-F238E27FC236}">
                    <a16:creationId xmlns:a16="http://schemas.microsoft.com/office/drawing/2014/main" id="{7DA4E17B-AFA0-F715-81A9-8BC51F746664}"/>
                  </a:ext>
                </a:extLst>
              </p:cNvPr>
              <p:cNvSpPr/>
              <p:nvPr/>
            </p:nvSpPr>
            <p:spPr>
              <a:xfrm>
                <a:off x="3474998" y="2662609"/>
                <a:ext cx="657225" cy="657225"/>
              </a:xfrm>
              <a:prstGeom prst="arc">
                <a:avLst>
                  <a:gd name="adj1" fmla="val 20612649"/>
                  <a:gd name="adj2" fmla="val 547548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文本框 52">
                    <a:extLst>
                      <a:ext uri="{FF2B5EF4-FFF2-40B4-BE49-F238E27FC236}">
                        <a16:creationId xmlns:a16="http://schemas.microsoft.com/office/drawing/2014/main" id="{1FD99BEB-DC87-9A39-82BE-D65197CF4E88}"/>
                      </a:ext>
                    </a:extLst>
                  </p:cNvPr>
                  <p:cNvSpPr txBox="1"/>
                  <p:nvPr/>
                </p:nvSpPr>
                <p:spPr>
                  <a:xfrm>
                    <a:off x="4161952" y="2886992"/>
                    <a:ext cx="162737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1000" b="0" dirty="0"/>
                  </a:p>
                </p:txBody>
              </p:sp>
            </mc:Choice>
            <mc:Fallback xmlns="">
              <p:sp>
                <p:nvSpPr>
                  <p:cNvPr id="53" name="文本框 52">
                    <a:extLst>
                      <a:ext uri="{FF2B5EF4-FFF2-40B4-BE49-F238E27FC236}">
                        <a16:creationId xmlns:a16="http://schemas.microsoft.com/office/drawing/2014/main" id="{1FD99BEB-DC87-9A39-82BE-D65197CF4E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61952" y="2886992"/>
                    <a:ext cx="162737" cy="153888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9231" r="-7692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C5B807B5-01C5-E36B-C89F-455EFEA58B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23621" y="2581057"/>
                <a:ext cx="0" cy="45982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stealth"/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文本框 57">
                    <a:extLst>
                      <a:ext uri="{FF2B5EF4-FFF2-40B4-BE49-F238E27FC236}">
                        <a16:creationId xmlns:a16="http://schemas.microsoft.com/office/drawing/2014/main" id="{5FE1DE8B-8896-C1D1-9588-67CA3EEF4689}"/>
                      </a:ext>
                    </a:extLst>
                  </p:cNvPr>
                  <p:cNvSpPr txBox="1"/>
                  <p:nvPr/>
                </p:nvSpPr>
                <p:spPr>
                  <a:xfrm>
                    <a:off x="4643048" y="2713207"/>
                    <a:ext cx="348813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000" b="0" dirty="0"/>
                  </a:p>
                </p:txBody>
              </p:sp>
            </mc:Choice>
            <mc:Fallback xmlns="">
              <p:sp>
                <p:nvSpPr>
                  <p:cNvPr id="58" name="文本框 57">
                    <a:extLst>
                      <a:ext uri="{FF2B5EF4-FFF2-40B4-BE49-F238E27FC236}">
                        <a16:creationId xmlns:a16="http://schemas.microsoft.com/office/drawing/2014/main" id="{5FE1DE8B-8896-C1D1-9588-67CA3EEF468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43048" y="2713207"/>
                    <a:ext cx="348813" cy="153888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5263" r="-14035" b="-3846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文本框 62">
                    <a:extLst>
                      <a:ext uri="{FF2B5EF4-FFF2-40B4-BE49-F238E27FC236}">
                        <a16:creationId xmlns:a16="http://schemas.microsoft.com/office/drawing/2014/main" id="{9C73EFDD-D124-EB27-FC19-A7E3C89B2AAD}"/>
                      </a:ext>
                    </a:extLst>
                  </p:cNvPr>
                  <p:cNvSpPr txBox="1"/>
                  <p:nvPr/>
                </p:nvSpPr>
                <p:spPr>
                  <a:xfrm>
                    <a:off x="2100998" y="1212841"/>
                    <a:ext cx="781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63" name="文本框 62">
                    <a:extLst>
                      <a:ext uri="{FF2B5EF4-FFF2-40B4-BE49-F238E27FC236}">
                        <a16:creationId xmlns:a16="http://schemas.microsoft.com/office/drawing/2014/main" id="{9C73EFDD-D124-EB27-FC19-A7E3C89B2A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00998" y="1212841"/>
                    <a:ext cx="781770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文本框 63">
                    <a:extLst>
                      <a:ext uri="{FF2B5EF4-FFF2-40B4-BE49-F238E27FC236}">
                        <a16:creationId xmlns:a16="http://schemas.microsoft.com/office/drawing/2014/main" id="{BD0762FE-3289-FE16-A26F-6F7781C23EEB}"/>
                      </a:ext>
                    </a:extLst>
                  </p:cNvPr>
                  <p:cNvSpPr txBox="1"/>
                  <p:nvPr/>
                </p:nvSpPr>
                <p:spPr>
                  <a:xfrm>
                    <a:off x="5772353" y="1223294"/>
                    <a:ext cx="781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64" name="文本框 63">
                    <a:extLst>
                      <a:ext uri="{FF2B5EF4-FFF2-40B4-BE49-F238E27FC236}">
                        <a16:creationId xmlns:a16="http://schemas.microsoft.com/office/drawing/2014/main" id="{BD0762FE-3289-FE16-A26F-6F7781C23E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72353" y="1223294"/>
                    <a:ext cx="781770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E94B9421-6DC2-3AA9-8CD4-47EDABE3A2E5}"/>
                </a:ext>
              </a:extLst>
            </p:cNvPr>
            <p:cNvCxnSpPr/>
            <p:nvPr/>
          </p:nvCxnSpPr>
          <p:spPr>
            <a:xfrm>
              <a:off x="1306918" y="1410541"/>
              <a:ext cx="0" cy="1440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4F5320E8-55B4-F6ED-3C36-F782D39AFDAE}"/>
                </a:ext>
              </a:extLst>
            </p:cNvPr>
            <p:cNvCxnSpPr/>
            <p:nvPr/>
          </p:nvCxnSpPr>
          <p:spPr>
            <a:xfrm>
              <a:off x="4843330" y="1410541"/>
              <a:ext cx="0" cy="1440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82A7E5B4-0968-6F71-7AC4-FE895CBBD7D5}"/>
                </a:ext>
              </a:extLst>
            </p:cNvPr>
            <p:cNvCxnSpPr>
              <a:cxnSpLocks/>
            </p:cNvCxnSpPr>
            <p:nvPr/>
          </p:nvCxnSpPr>
          <p:spPr>
            <a:xfrm>
              <a:off x="1306918" y="2650067"/>
              <a:ext cx="3536412" cy="0"/>
            </a:xfrm>
            <a:prstGeom prst="line">
              <a:avLst/>
            </a:prstGeom>
            <a:ln w="12700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1F72DDD9-7C96-382B-8D71-4C9983F9DC95}"/>
                    </a:ext>
                  </a:extLst>
                </p:cNvPr>
                <p:cNvSpPr txBox="1"/>
                <p:nvPr/>
              </p:nvSpPr>
              <p:spPr>
                <a:xfrm>
                  <a:off x="3011428" y="2366333"/>
                  <a:ext cx="19069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1F72DDD9-7C96-382B-8D71-4C9983F9DC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1428" y="2366333"/>
                  <a:ext cx="190693" cy="276999"/>
                </a:xfrm>
                <a:prstGeom prst="rect">
                  <a:avLst/>
                </a:prstGeom>
                <a:blipFill>
                  <a:blip r:embed="rId23"/>
                  <a:stretch>
                    <a:fillRect l="-25806" r="-22581" b="-65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31045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D5AA3AE1-7B1D-F44B-DE2C-43FDD4F391A7}"/>
              </a:ext>
            </a:extLst>
          </p:cNvPr>
          <p:cNvGrpSpPr/>
          <p:nvPr/>
        </p:nvGrpSpPr>
        <p:grpSpPr>
          <a:xfrm>
            <a:off x="-29904000" y="-33668363"/>
            <a:ext cx="58217033" cy="74292092"/>
            <a:chOff x="-29904000" y="-33668363"/>
            <a:chExt cx="58217033" cy="74292092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A73C410F-3368-C816-00AC-6B8955FC10DF}"/>
                </a:ext>
              </a:extLst>
            </p:cNvPr>
            <p:cNvCxnSpPr>
              <a:cxnSpLocks/>
            </p:cNvCxnSpPr>
            <p:nvPr/>
          </p:nvCxnSpPr>
          <p:spPr>
            <a:xfrm>
              <a:off x="2636976" y="3505200"/>
              <a:ext cx="7388843" cy="0"/>
            </a:xfrm>
            <a:prstGeom prst="line">
              <a:avLst/>
            </a:prstGeom>
            <a:ln w="127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365517C1-2FD1-635E-426E-DACA83F21EDB}"/>
                </a:ext>
              </a:extLst>
            </p:cNvPr>
            <p:cNvSpPr/>
            <p:nvPr/>
          </p:nvSpPr>
          <p:spPr>
            <a:xfrm>
              <a:off x="6088566" y="1598342"/>
              <a:ext cx="624468" cy="381371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713AE35C-ED68-2AD2-D8E5-BB2E3F358F05}"/>
                </a:ext>
              </a:extLst>
            </p:cNvPr>
            <p:cNvSpPr>
              <a:spLocks/>
            </p:cNvSpPr>
            <p:nvPr/>
          </p:nvSpPr>
          <p:spPr>
            <a:xfrm>
              <a:off x="-29904000" y="-14494800"/>
              <a:ext cx="36000000" cy="36000000"/>
            </a:xfrm>
            <a:prstGeom prst="arc">
              <a:avLst>
                <a:gd name="adj1" fmla="val 21277670"/>
                <a:gd name="adj2" fmla="val 349030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C19D3B5E-D6D1-2BEB-9D0F-3369E1298F6A}"/>
                </a:ext>
              </a:extLst>
            </p:cNvPr>
            <p:cNvSpPr>
              <a:spLocks/>
            </p:cNvSpPr>
            <p:nvPr/>
          </p:nvSpPr>
          <p:spPr>
            <a:xfrm rot="5400000">
              <a:off x="-13351363" y="-33668363"/>
              <a:ext cx="35999999" cy="36000000"/>
            </a:xfrm>
            <a:prstGeom prst="arc">
              <a:avLst>
                <a:gd name="adj1" fmla="val 21312071"/>
                <a:gd name="adj2" fmla="val 338233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弧形 8">
              <a:extLst>
                <a:ext uri="{FF2B5EF4-FFF2-40B4-BE49-F238E27FC236}">
                  <a16:creationId xmlns:a16="http://schemas.microsoft.com/office/drawing/2014/main" id="{B871B276-ED22-0C5A-1E92-473372DE7E10}"/>
                </a:ext>
              </a:extLst>
            </p:cNvPr>
            <p:cNvSpPr>
              <a:spLocks/>
            </p:cNvSpPr>
            <p:nvPr/>
          </p:nvSpPr>
          <p:spPr>
            <a:xfrm rot="16200000">
              <a:off x="-13351364" y="4623729"/>
              <a:ext cx="36000000" cy="36000000"/>
            </a:xfrm>
            <a:prstGeom prst="arc">
              <a:avLst>
                <a:gd name="adj1" fmla="val 21270575"/>
                <a:gd name="adj2" fmla="val 285500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0587D98E-6665-07C4-15AA-2B8C188C97B8}"/>
                </a:ext>
              </a:extLst>
            </p:cNvPr>
            <p:cNvCxnSpPr>
              <a:cxnSpLocks/>
            </p:cNvCxnSpPr>
            <p:nvPr/>
          </p:nvCxnSpPr>
          <p:spPr>
            <a:xfrm>
              <a:off x="4648635" y="1397000"/>
              <a:ext cx="0" cy="357505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弧形 14">
              <a:extLst>
                <a:ext uri="{FF2B5EF4-FFF2-40B4-BE49-F238E27FC236}">
                  <a16:creationId xmlns:a16="http://schemas.microsoft.com/office/drawing/2014/main" id="{732AC9D7-FCCA-E19B-D0F1-A9141933625B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-2888361" y="-19268364"/>
              <a:ext cx="21599999" cy="21600000"/>
            </a:xfrm>
            <a:prstGeom prst="arc">
              <a:avLst>
                <a:gd name="adj1" fmla="val 21095630"/>
                <a:gd name="adj2" fmla="val 403751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弧形 15">
              <a:extLst>
                <a:ext uri="{FF2B5EF4-FFF2-40B4-BE49-F238E27FC236}">
                  <a16:creationId xmlns:a16="http://schemas.microsoft.com/office/drawing/2014/main" id="{50AB0F2A-C020-599E-87CD-FD640EEA1A68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-2830702" y="4605606"/>
              <a:ext cx="21599999" cy="21600000"/>
            </a:xfrm>
            <a:prstGeom prst="arc">
              <a:avLst>
                <a:gd name="adj1" fmla="val 21176106"/>
                <a:gd name="adj2" fmla="val 520343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B3637EE0-C498-C6A2-788C-7C99A9163EB3}"/>
                </a:ext>
              </a:extLst>
            </p:cNvPr>
            <p:cNvCxnSpPr>
              <a:cxnSpLocks/>
            </p:cNvCxnSpPr>
            <p:nvPr/>
          </p:nvCxnSpPr>
          <p:spPr>
            <a:xfrm>
              <a:off x="7910590" y="2331636"/>
              <a:ext cx="50963" cy="22920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弧形 23">
              <a:extLst>
                <a:ext uri="{FF2B5EF4-FFF2-40B4-BE49-F238E27FC236}">
                  <a16:creationId xmlns:a16="http://schemas.microsoft.com/office/drawing/2014/main" id="{111E9295-0FD8-2B9D-3F31-C1FB1B9D8D0A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6713034" y="-7278925"/>
              <a:ext cx="21599999" cy="21600000"/>
            </a:xfrm>
            <a:prstGeom prst="arc">
              <a:avLst>
                <a:gd name="adj1" fmla="val 21083818"/>
                <a:gd name="adj2" fmla="val 520343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F951C633-D9F5-F46D-F9D1-A7A262B3CE42}"/>
                </a:ext>
              </a:extLst>
            </p:cNvPr>
            <p:cNvCxnSpPr>
              <a:cxnSpLocks/>
            </p:cNvCxnSpPr>
            <p:nvPr/>
          </p:nvCxnSpPr>
          <p:spPr>
            <a:xfrm>
              <a:off x="8934374" y="1524000"/>
              <a:ext cx="64300" cy="355092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630CED0E-7FCF-38A7-E804-FD32ABFD2822}"/>
                </a:ext>
              </a:extLst>
            </p:cNvPr>
            <p:cNvCxnSpPr>
              <a:cxnSpLocks/>
            </p:cNvCxnSpPr>
            <p:nvPr/>
          </p:nvCxnSpPr>
          <p:spPr>
            <a:xfrm>
              <a:off x="4648635" y="1596484"/>
              <a:ext cx="1752165" cy="0"/>
            </a:xfrm>
            <a:prstGeom prst="line">
              <a:avLst/>
            </a:prstGeom>
            <a:ln w="12700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7868E73-CE3F-1D1B-97E3-875D6045AB73}"/>
                </a:ext>
              </a:extLst>
            </p:cNvPr>
            <p:cNvCxnSpPr>
              <a:cxnSpLocks/>
            </p:cNvCxnSpPr>
            <p:nvPr/>
          </p:nvCxnSpPr>
          <p:spPr>
            <a:xfrm>
              <a:off x="6400800" y="1596484"/>
              <a:ext cx="2533574" cy="0"/>
            </a:xfrm>
            <a:prstGeom prst="line">
              <a:avLst/>
            </a:prstGeom>
            <a:ln w="12700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7086DA9A-A602-6B0B-534B-67ABAEF47844}"/>
                    </a:ext>
                  </a:extLst>
                </p:cNvPr>
                <p:cNvSpPr txBox="1"/>
                <p:nvPr/>
              </p:nvSpPr>
              <p:spPr>
                <a:xfrm>
                  <a:off x="5471532" y="1319485"/>
                  <a:ext cx="14196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7086DA9A-A602-6B0B-534B-67ABAEF478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1532" y="1319485"/>
                  <a:ext cx="14196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39130" r="-34783" b="-65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D4B56693-97A0-352B-07DC-4C40484FC74F}"/>
                    </a:ext>
                  </a:extLst>
                </p:cNvPr>
                <p:cNvSpPr txBox="1"/>
                <p:nvPr/>
              </p:nvSpPr>
              <p:spPr>
                <a:xfrm>
                  <a:off x="7794109" y="1258500"/>
                  <a:ext cx="23448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D4B56693-97A0-352B-07DC-4C40484FC7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4109" y="1258500"/>
                  <a:ext cx="234487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23684" b="-869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A9249677-9E6F-1DBD-4307-EC800099BA59}"/>
                    </a:ext>
                  </a:extLst>
                </p:cNvPr>
                <p:cNvSpPr txBox="1"/>
                <p:nvPr/>
              </p:nvSpPr>
              <p:spPr>
                <a:xfrm>
                  <a:off x="4312068" y="2816498"/>
                  <a:ext cx="33656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A9249677-9E6F-1DBD-4307-EC800099B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2068" y="2816498"/>
                  <a:ext cx="336567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8929" r="-3571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2B165D00-A079-E6D1-D9C9-0CD02D4589A8}"/>
                    </a:ext>
                  </a:extLst>
                </p:cNvPr>
                <p:cNvSpPr txBox="1"/>
                <p:nvPr/>
              </p:nvSpPr>
              <p:spPr>
                <a:xfrm>
                  <a:off x="7535930" y="2816498"/>
                  <a:ext cx="33656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2B165D00-A079-E6D1-D9C9-0CD02D4589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5930" y="2816498"/>
                  <a:ext cx="336567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9091" r="-3636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B5C21B90-49C0-5C20-C236-7CD0E581EE22}"/>
                    </a:ext>
                  </a:extLst>
                </p:cNvPr>
                <p:cNvSpPr txBox="1"/>
                <p:nvPr/>
              </p:nvSpPr>
              <p:spPr>
                <a:xfrm>
                  <a:off x="8578587" y="2816497"/>
                  <a:ext cx="32002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B5C21B90-49C0-5C20-C236-7CD0E581EE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78587" y="2816497"/>
                  <a:ext cx="320024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9434" b="-111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5EF05D6E-8766-B559-45BA-7409F01E591C}"/>
                    </a:ext>
                  </a:extLst>
                </p:cNvPr>
                <p:cNvSpPr txBox="1"/>
                <p:nvPr/>
              </p:nvSpPr>
              <p:spPr>
                <a:xfrm>
                  <a:off x="6301923" y="5430181"/>
                  <a:ext cx="21262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5EF05D6E-8766-B559-45BA-7409F01E5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1923" y="5430181"/>
                  <a:ext cx="212622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5714" r="-17143" b="-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22566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6D7B5B94-C94C-7057-0638-6D6C362BD189}"/>
              </a:ext>
            </a:extLst>
          </p:cNvPr>
          <p:cNvGrpSpPr/>
          <p:nvPr/>
        </p:nvGrpSpPr>
        <p:grpSpPr>
          <a:xfrm>
            <a:off x="3296766" y="2487420"/>
            <a:ext cx="4751011" cy="2584475"/>
            <a:chOff x="3296766" y="2487420"/>
            <a:chExt cx="4751011" cy="2584475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F31F5F95-25F8-ED9C-FA4B-3D80BC1A2CE3}"/>
                </a:ext>
              </a:extLst>
            </p:cNvPr>
            <p:cNvGrpSpPr/>
            <p:nvPr/>
          </p:nvGrpSpPr>
          <p:grpSpPr>
            <a:xfrm>
              <a:off x="3296766" y="2487420"/>
              <a:ext cx="4751011" cy="2584475"/>
              <a:chOff x="1655926" y="2690620"/>
              <a:chExt cx="4751011" cy="2584475"/>
            </a:xfrm>
          </p:grpSpPr>
          <p:cxnSp>
            <p:nvCxnSpPr>
              <p:cNvPr id="5" name="直接连接符 4">
                <a:extLst>
                  <a:ext uri="{FF2B5EF4-FFF2-40B4-BE49-F238E27FC236}">
                    <a16:creationId xmlns:a16="http://schemas.microsoft.com/office/drawing/2014/main" id="{B4AAD02D-1F65-C45C-49AF-7D2590D41C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25181" y="2829120"/>
                <a:ext cx="1865622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7FA48A99-2661-479C-9F8F-1A900E246AEB}"/>
                  </a:ext>
                </a:extLst>
              </p:cNvPr>
              <p:cNvCxnSpPr/>
              <p:nvPr/>
            </p:nvCxnSpPr>
            <p:spPr>
              <a:xfrm>
                <a:off x="2025181" y="5136596"/>
                <a:ext cx="4381756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7DB03B67-E5AB-2C15-472A-06686C22AE9C}"/>
                  </a:ext>
                </a:extLst>
              </p:cNvPr>
              <p:cNvCxnSpPr/>
              <p:nvPr/>
            </p:nvCxnSpPr>
            <p:spPr>
              <a:xfrm flipV="1">
                <a:off x="2430217" y="2829120"/>
                <a:ext cx="0" cy="230747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直接箭头连接符 12">
                <a:extLst>
                  <a:ext uri="{FF2B5EF4-FFF2-40B4-BE49-F238E27FC236}">
                    <a16:creationId xmlns:a16="http://schemas.microsoft.com/office/drawing/2014/main" id="{9596F582-F469-B84D-8D1B-9B5EFCCD462E}"/>
                  </a:ext>
                </a:extLst>
              </p:cNvPr>
              <p:cNvCxnSpPr/>
              <p:nvPr/>
            </p:nvCxnSpPr>
            <p:spPr>
              <a:xfrm>
                <a:off x="2902760" y="2829120"/>
                <a:ext cx="0" cy="230747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直接箭头连接符 13">
                <a:extLst>
                  <a:ext uri="{FF2B5EF4-FFF2-40B4-BE49-F238E27FC236}">
                    <a16:creationId xmlns:a16="http://schemas.microsoft.com/office/drawing/2014/main" id="{7B6F5AC8-32A9-7F2D-68CE-863D63FF9AE1}"/>
                  </a:ext>
                </a:extLst>
              </p:cNvPr>
              <p:cNvCxnSpPr/>
              <p:nvPr/>
            </p:nvCxnSpPr>
            <p:spPr>
              <a:xfrm>
                <a:off x="3392690" y="2829120"/>
                <a:ext cx="0" cy="230747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15">
                <a:extLst>
                  <a:ext uri="{FF2B5EF4-FFF2-40B4-BE49-F238E27FC236}">
                    <a16:creationId xmlns:a16="http://schemas.microsoft.com/office/drawing/2014/main" id="{E24732A1-7F42-CE67-1344-6105E16AE3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18655" y="4386876"/>
                <a:ext cx="1762317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接连接符 16">
                <a:extLst>
                  <a:ext uri="{FF2B5EF4-FFF2-40B4-BE49-F238E27FC236}">
                    <a16:creationId xmlns:a16="http://schemas.microsoft.com/office/drawing/2014/main" id="{3CF92FAC-097A-9282-E8E4-8A74F96C30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18655" y="3546116"/>
                <a:ext cx="1762317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70E89DBB-7B22-29FD-F934-C7B46EDC8E49}"/>
                  </a:ext>
                </a:extLst>
              </p:cNvPr>
              <p:cNvCxnSpPr/>
              <p:nvPr/>
            </p:nvCxnSpPr>
            <p:spPr>
              <a:xfrm>
                <a:off x="3694421" y="2829120"/>
                <a:ext cx="914400" cy="71699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354D6E30-17DA-EA5D-648E-AFC6A855A86F}"/>
                  </a:ext>
                </a:extLst>
              </p:cNvPr>
              <p:cNvCxnSpPr/>
              <p:nvPr/>
            </p:nvCxnSpPr>
            <p:spPr>
              <a:xfrm>
                <a:off x="4259017" y="3546116"/>
                <a:ext cx="0" cy="840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直接箭头连接符 21">
                <a:extLst>
                  <a:ext uri="{FF2B5EF4-FFF2-40B4-BE49-F238E27FC236}">
                    <a16:creationId xmlns:a16="http://schemas.microsoft.com/office/drawing/2014/main" id="{DFE87E8D-1530-80BD-7C4C-0CA17F470557}"/>
                  </a:ext>
                </a:extLst>
              </p:cNvPr>
              <p:cNvCxnSpPr/>
              <p:nvPr/>
            </p:nvCxnSpPr>
            <p:spPr>
              <a:xfrm>
                <a:off x="4681441" y="3546116"/>
                <a:ext cx="0" cy="840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C0E536AE-F36E-B484-CC53-AC81FC3109EB}"/>
                  </a:ext>
                </a:extLst>
              </p:cNvPr>
              <p:cNvCxnSpPr/>
              <p:nvPr/>
            </p:nvCxnSpPr>
            <p:spPr>
              <a:xfrm>
                <a:off x="5111025" y="3546116"/>
                <a:ext cx="0" cy="840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直接箭头连接符 23">
                <a:extLst>
                  <a:ext uri="{FF2B5EF4-FFF2-40B4-BE49-F238E27FC236}">
                    <a16:creationId xmlns:a16="http://schemas.microsoft.com/office/drawing/2014/main" id="{A869CF53-2127-0078-40F1-4DB461C65F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46746" y="3541233"/>
                <a:ext cx="0" cy="840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1B789079-2038-5E2C-24F6-014127EB47E8}"/>
                  </a:ext>
                </a:extLst>
              </p:cNvPr>
              <p:cNvCxnSpPr/>
              <p:nvPr/>
            </p:nvCxnSpPr>
            <p:spPr>
              <a:xfrm>
                <a:off x="4878846" y="4386876"/>
                <a:ext cx="0" cy="7497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文本框 27">
                    <a:extLst>
                      <a:ext uri="{FF2B5EF4-FFF2-40B4-BE49-F238E27FC236}">
                        <a16:creationId xmlns:a16="http://schemas.microsoft.com/office/drawing/2014/main" id="{64F896C4-2E25-1D55-48B1-24BDDFFBA51B}"/>
                      </a:ext>
                    </a:extLst>
                  </p:cNvPr>
                  <p:cNvSpPr txBox="1"/>
                  <p:nvPr/>
                </p:nvSpPr>
                <p:spPr>
                  <a:xfrm>
                    <a:off x="1655926" y="4998096"/>
                    <a:ext cx="30174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28" name="文本框 27">
                    <a:extLst>
                      <a:ext uri="{FF2B5EF4-FFF2-40B4-BE49-F238E27FC236}">
                        <a16:creationId xmlns:a16="http://schemas.microsoft.com/office/drawing/2014/main" id="{64F896C4-2E25-1D55-48B1-24BDDFFBA5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55926" y="4998096"/>
                    <a:ext cx="301749" cy="2769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8367" r="-6122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1E3AC3E0-FDA1-25A9-FEFF-0DB351766D3C}"/>
                      </a:ext>
                    </a:extLst>
                  </p:cNvPr>
                  <p:cNvSpPr txBox="1"/>
                  <p:nvPr/>
                </p:nvSpPr>
                <p:spPr>
                  <a:xfrm>
                    <a:off x="1723432" y="2690620"/>
                    <a:ext cx="30174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1E3AC3E0-FDA1-25A9-FEFF-0DB351766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23432" y="2690620"/>
                    <a:ext cx="301749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8367" r="-6122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文本框 29">
                    <a:extLst>
                      <a:ext uri="{FF2B5EF4-FFF2-40B4-BE49-F238E27FC236}">
                        <a16:creationId xmlns:a16="http://schemas.microsoft.com/office/drawing/2014/main" id="{0AA6D618-1BC0-896E-B719-4923832F2A3D}"/>
                      </a:ext>
                    </a:extLst>
                  </p:cNvPr>
                  <p:cNvSpPr txBox="1"/>
                  <p:nvPr/>
                </p:nvSpPr>
                <p:spPr>
                  <a:xfrm>
                    <a:off x="5862275" y="4248376"/>
                    <a:ext cx="296427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30" name="文本框 29">
                    <a:extLst>
                      <a:ext uri="{FF2B5EF4-FFF2-40B4-BE49-F238E27FC236}">
                        <a16:creationId xmlns:a16="http://schemas.microsoft.com/office/drawing/2014/main" id="{0AA6D618-1BC0-896E-B719-4923832F2A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62275" y="4248376"/>
                    <a:ext cx="296427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8750" r="-6250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5C2C90F8-DD93-AB05-A517-F0B3400677F7}"/>
                      </a:ext>
                    </a:extLst>
                  </p:cNvPr>
                  <p:cNvSpPr txBox="1"/>
                  <p:nvPr/>
                </p:nvSpPr>
                <p:spPr>
                  <a:xfrm>
                    <a:off x="5862275" y="3407616"/>
                    <a:ext cx="30174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5C2C90F8-DD93-AB05-A517-F0B3400677F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62275" y="3407616"/>
                    <a:ext cx="301749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8367" r="-6122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文本框 37">
                    <a:extLst>
                      <a:ext uri="{FF2B5EF4-FFF2-40B4-BE49-F238E27FC236}">
                        <a16:creationId xmlns:a16="http://schemas.microsoft.com/office/drawing/2014/main" id="{E27F4D45-6FF0-C0A6-EB8B-679347BFE1E6}"/>
                      </a:ext>
                    </a:extLst>
                  </p:cNvPr>
                  <p:cNvSpPr txBox="1"/>
                  <p:nvPr/>
                </p:nvSpPr>
                <p:spPr>
                  <a:xfrm>
                    <a:off x="1961555" y="3705859"/>
                    <a:ext cx="45659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03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38" name="文本框 37">
                    <a:extLst>
                      <a:ext uri="{FF2B5EF4-FFF2-40B4-BE49-F238E27FC236}">
                        <a16:creationId xmlns:a16="http://schemas.microsoft.com/office/drawing/2014/main" id="{E27F4D45-6FF0-C0A6-EB8B-679347BFE1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61555" y="3705859"/>
                    <a:ext cx="456599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2000" r="-2667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03F65D3D-8713-84D0-EBE8-38BC7B83E9F5}"/>
                      </a:ext>
                    </a:extLst>
                  </p:cNvPr>
                  <p:cNvSpPr txBox="1"/>
                  <p:nvPr/>
                </p:nvSpPr>
                <p:spPr>
                  <a:xfrm>
                    <a:off x="2489250" y="3684615"/>
                    <a:ext cx="41351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03F65D3D-8713-84D0-EBE8-38BC7B83E9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89250" y="3684615"/>
                    <a:ext cx="413510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3433" r="-4478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6CE88972-9556-F43B-35DA-4EABE3C00577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967" y="3684614"/>
                    <a:ext cx="379335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6CE88972-9556-F43B-35DA-4EABE3C005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95967" y="3684614"/>
                    <a:ext cx="379335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4516" r="-3226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F319C373-3487-C105-186C-3ACD29A44957}"/>
                      </a:ext>
                    </a:extLst>
                  </p:cNvPr>
                  <p:cNvSpPr txBox="1"/>
                  <p:nvPr/>
                </p:nvSpPr>
                <p:spPr>
                  <a:xfrm>
                    <a:off x="4217582" y="2910619"/>
                    <a:ext cx="379335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F319C373-3487-C105-186C-3ACD29A449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17582" y="2910619"/>
                    <a:ext cx="379335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2903" r="-3226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文本框 43">
                    <a:extLst>
                      <a:ext uri="{FF2B5EF4-FFF2-40B4-BE49-F238E27FC236}">
                        <a16:creationId xmlns:a16="http://schemas.microsoft.com/office/drawing/2014/main" id="{A78794EA-F074-B138-1730-4815A6B9FC6C}"/>
                      </a:ext>
                    </a:extLst>
                  </p:cNvPr>
                  <p:cNvSpPr txBox="1"/>
                  <p:nvPr/>
                </p:nvSpPr>
                <p:spPr>
                  <a:xfrm>
                    <a:off x="3856759" y="3751378"/>
                    <a:ext cx="41351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44" name="文本框 43">
                    <a:extLst>
                      <a:ext uri="{FF2B5EF4-FFF2-40B4-BE49-F238E27FC236}">
                        <a16:creationId xmlns:a16="http://schemas.microsoft.com/office/drawing/2014/main" id="{A78794EA-F074-B138-1730-4815A6B9FC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56759" y="3751378"/>
                    <a:ext cx="413510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3235" r="-2941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52E5B4F7-4C63-6180-95C8-A85DB7C25A2D}"/>
                      </a:ext>
                    </a:extLst>
                  </p:cNvPr>
                  <p:cNvSpPr txBox="1"/>
                  <p:nvPr/>
                </p:nvSpPr>
                <p:spPr>
                  <a:xfrm>
                    <a:off x="4330616" y="3751377"/>
                    <a:ext cx="379335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52E5B4F7-4C63-6180-95C8-A85DB7C25A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30616" y="3751377"/>
                    <a:ext cx="379335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4516" r="-322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92FF05D5-C6B5-7018-8A62-71D3B65C540E}"/>
                      </a:ext>
                    </a:extLst>
                  </p:cNvPr>
                  <p:cNvSpPr txBox="1"/>
                  <p:nvPr/>
                </p:nvSpPr>
                <p:spPr>
                  <a:xfrm>
                    <a:off x="4692692" y="3751376"/>
                    <a:ext cx="45659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92FF05D5-C6B5-7018-8A62-71D3B65C54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2692" y="3751376"/>
                    <a:ext cx="456599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2000" r="-2667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文本框 46">
                    <a:extLst>
                      <a:ext uri="{FF2B5EF4-FFF2-40B4-BE49-F238E27FC236}">
                        <a16:creationId xmlns:a16="http://schemas.microsoft.com/office/drawing/2014/main" id="{0F8C811F-91F3-43AD-E083-29A81F578F53}"/>
                      </a:ext>
                    </a:extLst>
                  </p:cNvPr>
                  <p:cNvSpPr txBox="1"/>
                  <p:nvPr/>
                </p:nvSpPr>
                <p:spPr>
                  <a:xfrm>
                    <a:off x="5121123" y="3746493"/>
                    <a:ext cx="451277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</p:txBody>
              </p:sp>
            </mc:Choice>
            <mc:Fallback xmlns="">
              <p:sp>
                <p:nvSpPr>
                  <p:cNvPr id="47" name="文本框 46">
                    <a:extLst>
                      <a:ext uri="{FF2B5EF4-FFF2-40B4-BE49-F238E27FC236}">
                        <a16:creationId xmlns:a16="http://schemas.microsoft.com/office/drawing/2014/main" id="{0F8C811F-91F3-43AD-E083-29A81F578F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1123" y="3746493"/>
                    <a:ext cx="451277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0811" r="-2703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F503B1E1-7FA3-F270-34B2-7DBCA20F0EAE}"/>
                    </a:ext>
                  </a:extLst>
                </p:cNvPr>
                <p:cNvSpPr txBox="1"/>
                <p:nvPr/>
              </p:nvSpPr>
              <p:spPr>
                <a:xfrm>
                  <a:off x="6146525" y="4403675"/>
                  <a:ext cx="37401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F503B1E1-7FA3-F270-34B2-7DBCA20F0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6525" y="4403675"/>
                  <a:ext cx="374013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12903" r="-1613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39107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AC8D3-6D61-9AED-1C55-254F81AC0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组合 97">
            <a:extLst>
              <a:ext uri="{FF2B5EF4-FFF2-40B4-BE49-F238E27FC236}">
                <a16:creationId xmlns:a16="http://schemas.microsoft.com/office/drawing/2014/main" id="{305378B6-1314-83ED-070F-DB850CB1CC77}"/>
              </a:ext>
            </a:extLst>
          </p:cNvPr>
          <p:cNvGrpSpPr/>
          <p:nvPr/>
        </p:nvGrpSpPr>
        <p:grpSpPr>
          <a:xfrm>
            <a:off x="4117930" y="1599082"/>
            <a:ext cx="3992130" cy="3387670"/>
            <a:chOff x="4117930" y="1599082"/>
            <a:chExt cx="3992130" cy="3387670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BCAD5700-482F-6862-1E54-C41AFCE98DB2}"/>
                </a:ext>
              </a:extLst>
            </p:cNvPr>
            <p:cNvGrpSpPr/>
            <p:nvPr/>
          </p:nvGrpSpPr>
          <p:grpSpPr>
            <a:xfrm>
              <a:off x="7390060" y="1915343"/>
              <a:ext cx="720000" cy="720000"/>
              <a:chOff x="6976722" y="1545262"/>
              <a:chExt cx="720000" cy="720000"/>
            </a:xfrm>
          </p:grpSpPr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2CEED084-ED97-945E-1269-C0F631D5FA17}"/>
                  </a:ext>
                </a:extLst>
              </p:cNvPr>
              <p:cNvSpPr/>
              <p:nvPr/>
            </p:nvSpPr>
            <p:spPr>
              <a:xfrm>
                <a:off x="6976722" y="1545262"/>
                <a:ext cx="720000" cy="72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54A03A96-4CF3-585E-7CD4-E1320CBA4716}"/>
                  </a:ext>
                </a:extLst>
              </p:cNvPr>
              <p:cNvCxnSpPr/>
              <p:nvPr/>
            </p:nvCxnSpPr>
            <p:spPr>
              <a:xfrm flipH="1">
                <a:off x="7148627" y="1743737"/>
                <a:ext cx="360000" cy="36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89A24BC4-AFFD-7FBF-4334-11A438D454BE}"/>
                    </a:ext>
                  </a:extLst>
                </p:cNvPr>
                <p:cNvSpPr txBox="1"/>
                <p:nvPr/>
              </p:nvSpPr>
              <p:spPr>
                <a:xfrm>
                  <a:off x="7606207" y="1599082"/>
                  <a:ext cx="28770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89A24BC4-AFFD-7FBF-4334-11A438D454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06207" y="1599082"/>
                  <a:ext cx="287706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9149" r="-6383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C01A3AEE-A1E2-766F-FBDD-4B7C7FBDF7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52485" y="2722033"/>
              <a:ext cx="729998" cy="42146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4B3F24F5-7EAD-F107-0735-A92A778BC12D}"/>
                </a:ext>
              </a:extLst>
            </p:cNvPr>
            <p:cNvGrpSpPr/>
            <p:nvPr/>
          </p:nvGrpSpPr>
          <p:grpSpPr>
            <a:xfrm>
              <a:off x="6375975" y="2222950"/>
              <a:ext cx="975656" cy="702156"/>
              <a:chOff x="6221254" y="2215505"/>
              <a:chExt cx="975656" cy="702156"/>
            </a:xfrm>
          </p:grpSpPr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5B95FE0F-A80E-F671-A540-7D8C1E93C9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21254" y="2354366"/>
                <a:ext cx="975656" cy="56329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D097A397-1A06-833C-CFA0-B6A218004503}"/>
                  </a:ext>
                </a:extLst>
              </p:cNvPr>
              <p:cNvCxnSpPr/>
              <p:nvPr/>
            </p:nvCxnSpPr>
            <p:spPr>
              <a:xfrm flipV="1">
                <a:off x="6487397" y="2215505"/>
                <a:ext cx="0" cy="54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接箭头连接符 52">
                <a:extLst>
                  <a:ext uri="{FF2B5EF4-FFF2-40B4-BE49-F238E27FC236}">
                    <a16:creationId xmlns:a16="http://schemas.microsoft.com/office/drawing/2014/main" id="{511A3B10-7887-BFAA-0EF5-494411BA32F4}"/>
                  </a:ext>
                </a:extLst>
              </p:cNvPr>
              <p:cNvCxnSpPr>
                <a:cxnSpLocks/>
              </p:cNvCxnSpPr>
              <p:nvPr/>
            </p:nvCxnSpPr>
            <p:spPr>
              <a:xfrm rot="2700000" flipV="1">
                <a:off x="6683847" y="2290218"/>
                <a:ext cx="0" cy="54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弧形 56">
                <a:extLst>
                  <a:ext uri="{FF2B5EF4-FFF2-40B4-BE49-F238E27FC236}">
                    <a16:creationId xmlns:a16="http://schemas.microsoft.com/office/drawing/2014/main" id="{16658A54-8567-860B-AAFF-B6C8FAB67B89}"/>
                  </a:ext>
                </a:extLst>
              </p:cNvPr>
              <p:cNvSpPr/>
              <p:nvPr/>
            </p:nvSpPr>
            <p:spPr>
              <a:xfrm>
                <a:off x="6284595" y="2520953"/>
                <a:ext cx="372533" cy="372533"/>
              </a:xfrm>
              <a:prstGeom prst="arc">
                <a:avLst>
                  <a:gd name="adj1" fmla="val 16356151"/>
                  <a:gd name="adj2" fmla="val 19682503"/>
                </a:avLst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" name="文本框 57">
                    <a:extLst>
                      <a:ext uri="{FF2B5EF4-FFF2-40B4-BE49-F238E27FC236}">
                        <a16:creationId xmlns:a16="http://schemas.microsoft.com/office/drawing/2014/main" id="{7035A0A0-C4A4-0864-DC59-E040DE90FFE4}"/>
                      </a:ext>
                    </a:extLst>
                  </p:cNvPr>
                  <p:cNvSpPr txBox="1"/>
                  <p:nvPr/>
                </p:nvSpPr>
                <p:spPr>
                  <a:xfrm>
                    <a:off x="6519593" y="2364931"/>
                    <a:ext cx="179536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  <m:r>
                            <a:rPr lang="en-US" altLang="zh-CN" sz="800" i="1">
                              <a:latin typeface="Cambria Math" panose="02040503050406030204" pitchFamily="18" charset="0"/>
                            </a:rPr>
                            <m:t>°</m:t>
                          </m:r>
                        </m:oMath>
                      </m:oMathPara>
                    </a14:m>
                    <a:endParaRPr lang="en-US" altLang="zh-CN" sz="1100" dirty="0"/>
                  </a:p>
                </p:txBody>
              </p:sp>
            </mc:Choice>
            <mc:Fallback>
              <p:sp>
                <p:nvSpPr>
                  <p:cNvPr id="58" name="文本框 57">
                    <a:extLst>
                      <a:ext uri="{FF2B5EF4-FFF2-40B4-BE49-F238E27FC236}">
                        <a16:creationId xmlns:a16="http://schemas.microsoft.com/office/drawing/2014/main" id="{7035A0A0-C4A4-0864-DC59-E040DE90FF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19593" y="2364931"/>
                    <a:ext cx="179536" cy="12311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241" r="-10345" b="-15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4B39A859-AC9F-8B53-69A3-2DF5BEC88F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44989" y="2775079"/>
              <a:ext cx="255500" cy="2555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968891C1-47FD-9981-ED94-6138538F75CA}"/>
                </a:ext>
              </a:extLst>
            </p:cNvPr>
            <p:cNvGrpSpPr/>
            <p:nvPr/>
          </p:nvGrpSpPr>
          <p:grpSpPr>
            <a:xfrm>
              <a:off x="5083886" y="2926397"/>
              <a:ext cx="1761068" cy="930730"/>
              <a:chOff x="5706533" y="2917371"/>
              <a:chExt cx="1761068" cy="930730"/>
            </a:xfrm>
          </p:grpSpPr>
          <p:grpSp>
            <p:nvGrpSpPr>
              <p:cNvPr id="61" name="组合 60">
                <a:extLst>
                  <a:ext uri="{FF2B5EF4-FFF2-40B4-BE49-F238E27FC236}">
                    <a16:creationId xmlns:a16="http://schemas.microsoft.com/office/drawing/2014/main" id="{1C478E71-9C70-D82F-CC4E-DE112495AC60}"/>
                  </a:ext>
                </a:extLst>
              </p:cNvPr>
              <p:cNvGrpSpPr/>
              <p:nvPr/>
            </p:nvGrpSpPr>
            <p:grpSpPr>
              <a:xfrm>
                <a:off x="5706533" y="2917371"/>
                <a:ext cx="1761068" cy="930730"/>
                <a:chOff x="5283201" y="2917370"/>
                <a:chExt cx="2184400" cy="1375229"/>
              </a:xfrm>
            </p:grpSpPr>
            <p:sp>
              <p:nvSpPr>
                <p:cNvPr id="4" name="立方体 3">
                  <a:extLst>
                    <a:ext uri="{FF2B5EF4-FFF2-40B4-BE49-F238E27FC236}">
                      <a16:creationId xmlns:a16="http://schemas.microsoft.com/office/drawing/2014/main" id="{8FA7180E-A56A-A82F-F7B6-A743EF5B8C19}"/>
                    </a:ext>
                  </a:extLst>
                </p:cNvPr>
                <p:cNvSpPr/>
                <p:nvPr/>
              </p:nvSpPr>
              <p:spPr>
                <a:xfrm>
                  <a:off x="5283201" y="2917370"/>
                  <a:ext cx="2184400" cy="1375229"/>
                </a:xfrm>
                <a:prstGeom prst="cub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04A1976-2207-D69D-1D93-3DFE77AE00C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25069" y="3749653"/>
                      <a:ext cx="196448" cy="27285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oMath>
                        </m:oMathPara>
                      </a14:m>
                      <a:endParaRPr lang="en-US" altLang="zh-CN" sz="1200" b="0" dirty="0"/>
                    </a:p>
                  </p:txBody>
                </p:sp>
              </mc:Choice>
              <mc:Fallback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04A1976-2207-D69D-1D93-3DFE77AE00C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25069" y="3749653"/>
                      <a:ext cx="196448" cy="27285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3077" r="-15385"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68" name="直接箭头连接符 67">
                <a:extLst>
                  <a:ext uri="{FF2B5EF4-FFF2-40B4-BE49-F238E27FC236}">
                    <a16:creationId xmlns:a16="http://schemas.microsoft.com/office/drawing/2014/main" id="{B4150B61-655B-AA68-E582-BA82BB5613A1}"/>
                  </a:ext>
                </a:extLst>
              </p:cNvPr>
              <p:cNvCxnSpPr>
                <a:stCxn id="4" idx="4"/>
                <a:endCxn id="4" idx="5"/>
              </p:cNvCxnSpPr>
              <p:nvPr/>
            </p:nvCxnSpPr>
            <p:spPr>
              <a:xfrm flipV="1">
                <a:off x="7234919" y="3266395"/>
                <a:ext cx="232682" cy="23268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14C4F786-B611-E464-DF08-DAA3D1CE99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9067" y="3508103"/>
              <a:ext cx="733510" cy="4234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08ECB8B1-15F5-E7F4-F440-7CA785916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9312" y="3508103"/>
              <a:ext cx="984839" cy="56859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7642B806-A8B5-6726-5934-E2E2CE4F8797}"/>
                </a:ext>
              </a:extLst>
            </p:cNvPr>
            <p:cNvCxnSpPr>
              <a:cxnSpLocks/>
            </p:cNvCxnSpPr>
            <p:nvPr/>
          </p:nvCxnSpPr>
          <p:spPr>
            <a:xfrm rot="2700000" flipV="1">
              <a:off x="5542576" y="3522402"/>
              <a:ext cx="0" cy="54000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箭头连接符 82">
              <a:extLst>
                <a:ext uri="{FF2B5EF4-FFF2-40B4-BE49-F238E27FC236}">
                  <a16:creationId xmlns:a16="http://schemas.microsoft.com/office/drawing/2014/main" id="{004B56D2-393D-CCA7-BFA7-EF526C06E85B}"/>
                </a:ext>
              </a:extLst>
            </p:cNvPr>
            <p:cNvCxnSpPr/>
            <p:nvPr/>
          </p:nvCxnSpPr>
          <p:spPr>
            <a:xfrm>
              <a:off x="5351657" y="3983321"/>
              <a:ext cx="54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弧形 83">
              <a:extLst>
                <a:ext uri="{FF2B5EF4-FFF2-40B4-BE49-F238E27FC236}">
                  <a16:creationId xmlns:a16="http://schemas.microsoft.com/office/drawing/2014/main" id="{2A616180-584F-182C-8DEE-8E85D94255DA}"/>
                </a:ext>
              </a:extLst>
            </p:cNvPr>
            <p:cNvSpPr/>
            <p:nvPr/>
          </p:nvSpPr>
          <p:spPr>
            <a:xfrm>
              <a:off x="5175822" y="3745328"/>
              <a:ext cx="372533" cy="372533"/>
            </a:xfrm>
            <a:prstGeom prst="arc">
              <a:avLst>
                <a:gd name="adj1" fmla="val 19425459"/>
                <a:gd name="adj2" fmla="val 834292"/>
              </a:avLst>
            </a:prstGeom>
            <a:ln w="127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5" name="文本框 84">
                  <a:extLst>
                    <a:ext uri="{FF2B5EF4-FFF2-40B4-BE49-F238E27FC236}">
                      <a16:creationId xmlns:a16="http://schemas.microsoft.com/office/drawing/2014/main" id="{7FB2FACD-ABEE-A02C-E4F8-84465FADED31}"/>
                    </a:ext>
                  </a:extLst>
                </p:cNvPr>
                <p:cNvSpPr txBox="1"/>
                <p:nvPr/>
              </p:nvSpPr>
              <p:spPr>
                <a:xfrm>
                  <a:off x="5577101" y="3858043"/>
                  <a:ext cx="213200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-45</m:t>
                        </m:r>
                        <m:r>
                          <a:rPr lang="en-US" altLang="zh-CN" sz="800" i="1">
                            <a:latin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en-US" altLang="zh-CN" sz="1100" dirty="0"/>
                </a:p>
              </p:txBody>
            </p:sp>
          </mc:Choice>
          <mc:Fallback>
            <p:sp>
              <p:nvSpPr>
                <p:cNvPr id="85" name="文本框 84">
                  <a:extLst>
                    <a:ext uri="{FF2B5EF4-FFF2-40B4-BE49-F238E27FC236}">
                      <a16:creationId xmlns:a16="http://schemas.microsoft.com/office/drawing/2014/main" id="{7FB2FACD-ABEE-A02C-E4F8-84465FADE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7101" y="3858043"/>
                  <a:ext cx="213200" cy="123111"/>
                </a:xfrm>
                <a:prstGeom prst="rect">
                  <a:avLst/>
                </a:prstGeom>
                <a:blipFill>
                  <a:blip r:embed="rId6"/>
                  <a:stretch>
                    <a:fillRect l="-2857" r="-8571"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98A4829E-8D1B-D8C9-361A-347C72013CC4}"/>
                </a:ext>
              </a:extLst>
            </p:cNvPr>
            <p:cNvCxnSpPr/>
            <p:nvPr/>
          </p:nvCxnSpPr>
          <p:spPr>
            <a:xfrm flipV="1">
              <a:off x="4943493" y="3485344"/>
              <a:ext cx="0" cy="36000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9" name="组合 88">
              <a:extLst>
                <a:ext uri="{FF2B5EF4-FFF2-40B4-BE49-F238E27FC236}">
                  <a16:creationId xmlns:a16="http://schemas.microsoft.com/office/drawing/2014/main" id="{1EFE10F6-3C90-7754-9DB7-029114DF2CA4}"/>
                </a:ext>
              </a:extLst>
            </p:cNvPr>
            <p:cNvGrpSpPr/>
            <p:nvPr/>
          </p:nvGrpSpPr>
          <p:grpSpPr>
            <a:xfrm>
              <a:off x="4363886" y="3952803"/>
              <a:ext cx="720000" cy="720000"/>
              <a:chOff x="6976722" y="1545262"/>
              <a:chExt cx="720000" cy="720000"/>
            </a:xfrm>
          </p:grpSpPr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3140A07B-BF26-8F7F-B63F-3309D6B2B3B8}"/>
                  </a:ext>
                </a:extLst>
              </p:cNvPr>
              <p:cNvSpPr/>
              <p:nvPr/>
            </p:nvSpPr>
            <p:spPr>
              <a:xfrm>
                <a:off x="6976722" y="1545262"/>
                <a:ext cx="720000" cy="72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1" name="直接箭头连接符 90">
                <a:extLst>
                  <a:ext uri="{FF2B5EF4-FFF2-40B4-BE49-F238E27FC236}">
                    <a16:creationId xmlns:a16="http://schemas.microsoft.com/office/drawing/2014/main" id="{C33F90E9-D3B2-33B9-D0E0-06085B83AFFF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 flipH="1">
                <a:off x="7148627" y="1743737"/>
                <a:ext cx="360000" cy="36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文本框 91">
                  <a:extLst>
                    <a:ext uri="{FF2B5EF4-FFF2-40B4-BE49-F238E27FC236}">
                      <a16:creationId xmlns:a16="http://schemas.microsoft.com/office/drawing/2014/main" id="{B9340735-8892-EFD8-849D-87589F95F87F}"/>
                    </a:ext>
                  </a:extLst>
                </p:cNvPr>
                <p:cNvSpPr txBox="1"/>
                <p:nvPr/>
              </p:nvSpPr>
              <p:spPr>
                <a:xfrm>
                  <a:off x="4580033" y="4709753"/>
                  <a:ext cx="28238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>
            <p:sp>
              <p:nvSpPr>
                <p:cNvPr id="92" name="文本框 91">
                  <a:extLst>
                    <a:ext uri="{FF2B5EF4-FFF2-40B4-BE49-F238E27FC236}">
                      <a16:creationId xmlns:a16="http://schemas.microsoft.com/office/drawing/2014/main" id="{B9340735-8892-EFD8-849D-87589F95F8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0033" y="4709753"/>
                  <a:ext cx="282385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7021" r="-4255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D98F821D-A743-1264-E0A3-71E104E9F2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7930" y="4084203"/>
              <a:ext cx="461560" cy="26648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CF8662C1-BF05-2F83-6380-DE7905F6B594}"/>
                </a:ext>
              </a:extLst>
            </p:cNvPr>
            <p:cNvSpPr txBox="1"/>
            <p:nvPr/>
          </p:nvSpPr>
          <p:spPr>
            <a:xfrm>
              <a:off x="6892279" y="2196819"/>
              <a:ext cx="39793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solidFill>
                    <a:srgbClr val="92D050"/>
                  </a:solidFill>
                </a:rPr>
                <a:t>√</a:t>
              </a:r>
            </a:p>
          </p:txBody>
        </p: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F4001A02-CCAE-8494-7906-1363CE0215DC}"/>
                </a:ext>
              </a:extLst>
            </p:cNvPr>
            <p:cNvSpPr txBox="1"/>
            <p:nvPr/>
          </p:nvSpPr>
          <p:spPr>
            <a:xfrm>
              <a:off x="5092736" y="4015485"/>
              <a:ext cx="39793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00" b="1" dirty="0">
                  <a:solidFill>
                    <a:srgbClr val="FF0000"/>
                  </a:solidFill>
                </a:rPr>
                <a:t>×</a:t>
              </a:r>
              <a:endParaRPr lang="zh-CN" altLang="en-US" sz="10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3724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6990A-61CA-0E08-4F05-62BA1FF84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4DF97459-B7BC-33BE-806C-342B40263BE9}"/>
              </a:ext>
            </a:extLst>
          </p:cNvPr>
          <p:cNvGrpSpPr/>
          <p:nvPr/>
        </p:nvGrpSpPr>
        <p:grpSpPr>
          <a:xfrm>
            <a:off x="3083332" y="1885950"/>
            <a:ext cx="7779399" cy="3117850"/>
            <a:chOff x="3083332" y="1885950"/>
            <a:chExt cx="7779399" cy="3117850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3CFF0416-91C9-3113-3F82-B8DEFB0837FF}"/>
                </a:ext>
              </a:extLst>
            </p:cNvPr>
            <p:cNvSpPr/>
            <p:nvPr/>
          </p:nvSpPr>
          <p:spPr>
            <a:xfrm>
              <a:off x="3827039" y="3152146"/>
              <a:ext cx="1832397" cy="646241"/>
            </a:xfrm>
            <a:prstGeom prst="rect">
              <a:avLst/>
            </a:prstGeom>
            <a:solidFill>
              <a:srgbClr val="E8A5F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YAG</a:t>
              </a:r>
            </a:p>
          </p:txBody>
        </p: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4A6DC64C-689F-DB44-DD3F-6D6E07BF8671}"/>
                </a:ext>
              </a:extLst>
            </p:cNvPr>
            <p:cNvCxnSpPr/>
            <p:nvPr/>
          </p:nvCxnSpPr>
          <p:spPr>
            <a:xfrm>
              <a:off x="6203950" y="1885950"/>
              <a:ext cx="0" cy="1308100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88960829-BE1C-2FBE-14AE-530BB35B607D}"/>
                </a:ext>
              </a:extLst>
            </p:cNvPr>
            <p:cNvCxnSpPr/>
            <p:nvPr/>
          </p:nvCxnSpPr>
          <p:spPr>
            <a:xfrm>
              <a:off x="6203950" y="3695700"/>
              <a:ext cx="0" cy="1308100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C4E7758-8302-42C2-9132-46E3BFFD45F2}"/>
                </a:ext>
              </a:extLst>
            </p:cNvPr>
            <p:cNvSpPr/>
            <p:nvPr/>
          </p:nvSpPr>
          <p:spPr>
            <a:xfrm>
              <a:off x="6864350" y="4406899"/>
              <a:ext cx="2080047" cy="541723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超声波发生器</a:t>
              </a:r>
              <a:endParaRPr lang="en-US" altLang="zh-CN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4B0A314E-BCC4-7898-326D-A2614A0DC5F5}"/>
                </a:ext>
              </a:extLst>
            </p:cNvPr>
            <p:cNvSpPr/>
            <p:nvPr/>
          </p:nvSpPr>
          <p:spPr>
            <a:xfrm>
              <a:off x="7408863" y="2444133"/>
              <a:ext cx="991020" cy="196276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声</a:t>
              </a:r>
              <a:endParaRPr lang="en-US" altLang="zh-CN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光</a:t>
              </a:r>
              <a:endParaRPr lang="en-US" altLang="zh-CN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晶</a:t>
              </a:r>
              <a:endParaRPr lang="en-US" altLang="zh-CN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体</a:t>
              </a:r>
              <a:endParaRPr lang="en-US" altLang="zh-CN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601849E-F553-70E6-9B4B-10604D86710A}"/>
                </a:ext>
              </a:extLst>
            </p:cNvPr>
            <p:cNvSpPr/>
            <p:nvPr/>
          </p:nvSpPr>
          <p:spPr>
            <a:xfrm>
              <a:off x="7097923" y="2189732"/>
              <a:ext cx="1612900" cy="25440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3DD48445-6B53-3468-8B8D-03FB64179045}"/>
                </a:ext>
              </a:extLst>
            </p:cNvPr>
            <p:cNvSpPr/>
            <p:nvPr/>
          </p:nvSpPr>
          <p:spPr>
            <a:xfrm rot="10800000">
              <a:off x="9950117" y="2543636"/>
              <a:ext cx="743707" cy="1863263"/>
            </a:xfrm>
            <a:custGeom>
              <a:avLst/>
              <a:gdLst>
                <a:gd name="csX0" fmla="*/ 0 w 803935"/>
                <a:gd name="csY0" fmla="*/ 0 h 2436355"/>
                <a:gd name="csX1" fmla="*/ 803935 w 803935"/>
                <a:gd name="csY1" fmla="*/ 0 h 2436355"/>
                <a:gd name="csX2" fmla="*/ 803935 w 803935"/>
                <a:gd name="csY2" fmla="*/ 12471 h 2436355"/>
                <a:gd name="csX3" fmla="*/ 749556 w 803935"/>
                <a:gd name="csY3" fmla="*/ 24749 h 2436355"/>
                <a:gd name="csX4" fmla="*/ 315282 w 803935"/>
                <a:gd name="csY4" fmla="*/ 1218178 h 2436355"/>
                <a:gd name="csX5" fmla="*/ 749556 w 803935"/>
                <a:gd name="csY5" fmla="*/ 2411607 h 2436355"/>
                <a:gd name="csX6" fmla="*/ 803935 w 803935"/>
                <a:gd name="csY6" fmla="*/ 2423885 h 2436355"/>
                <a:gd name="csX7" fmla="*/ 803935 w 803935"/>
                <a:gd name="csY7" fmla="*/ 2436355 h 2436355"/>
                <a:gd name="csX8" fmla="*/ 0 w 803935"/>
                <a:gd name="csY8" fmla="*/ 2436355 h 2436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03935" h="2436355">
                  <a:moveTo>
                    <a:pt x="0" y="0"/>
                  </a:moveTo>
                  <a:lnTo>
                    <a:pt x="803935" y="0"/>
                  </a:lnTo>
                  <a:lnTo>
                    <a:pt x="803935" y="12471"/>
                  </a:lnTo>
                  <a:lnTo>
                    <a:pt x="749556" y="24749"/>
                  </a:lnTo>
                  <a:cubicBezTo>
                    <a:pt x="501716" y="138340"/>
                    <a:pt x="315282" y="629495"/>
                    <a:pt x="315282" y="1218178"/>
                  </a:cubicBezTo>
                  <a:cubicBezTo>
                    <a:pt x="315282" y="1806862"/>
                    <a:pt x="501716" y="2298017"/>
                    <a:pt x="749556" y="2411607"/>
                  </a:cubicBezTo>
                  <a:lnTo>
                    <a:pt x="803935" y="2423885"/>
                  </a:lnTo>
                  <a:lnTo>
                    <a:pt x="803935" y="2436355"/>
                  </a:lnTo>
                  <a:lnTo>
                    <a:pt x="0" y="2436355"/>
                  </a:lnTo>
                  <a:close/>
                </a:path>
              </a:pathLst>
            </a:cu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u="sng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5ECD735B-AEF0-F8F1-8B62-85D2C6B4ABFA}"/>
                </a:ext>
              </a:extLst>
            </p:cNvPr>
            <p:cNvSpPr/>
            <p:nvPr/>
          </p:nvSpPr>
          <p:spPr>
            <a:xfrm>
              <a:off x="3083332" y="2543636"/>
              <a:ext cx="743707" cy="1863263"/>
            </a:xfrm>
            <a:custGeom>
              <a:avLst/>
              <a:gdLst>
                <a:gd name="csX0" fmla="*/ 0 w 803935"/>
                <a:gd name="csY0" fmla="*/ 0 h 2436355"/>
                <a:gd name="csX1" fmla="*/ 803935 w 803935"/>
                <a:gd name="csY1" fmla="*/ 0 h 2436355"/>
                <a:gd name="csX2" fmla="*/ 803935 w 803935"/>
                <a:gd name="csY2" fmla="*/ 12471 h 2436355"/>
                <a:gd name="csX3" fmla="*/ 749556 w 803935"/>
                <a:gd name="csY3" fmla="*/ 24749 h 2436355"/>
                <a:gd name="csX4" fmla="*/ 315282 w 803935"/>
                <a:gd name="csY4" fmla="*/ 1218178 h 2436355"/>
                <a:gd name="csX5" fmla="*/ 749556 w 803935"/>
                <a:gd name="csY5" fmla="*/ 2411607 h 2436355"/>
                <a:gd name="csX6" fmla="*/ 803935 w 803935"/>
                <a:gd name="csY6" fmla="*/ 2423885 h 2436355"/>
                <a:gd name="csX7" fmla="*/ 803935 w 803935"/>
                <a:gd name="csY7" fmla="*/ 2436355 h 2436355"/>
                <a:gd name="csX8" fmla="*/ 0 w 803935"/>
                <a:gd name="csY8" fmla="*/ 2436355 h 2436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03935" h="2436355">
                  <a:moveTo>
                    <a:pt x="0" y="0"/>
                  </a:moveTo>
                  <a:lnTo>
                    <a:pt x="803935" y="0"/>
                  </a:lnTo>
                  <a:lnTo>
                    <a:pt x="803935" y="12471"/>
                  </a:lnTo>
                  <a:lnTo>
                    <a:pt x="749556" y="24749"/>
                  </a:lnTo>
                  <a:cubicBezTo>
                    <a:pt x="501716" y="138340"/>
                    <a:pt x="315282" y="629495"/>
                    <a:pt x="315282" y="1218178"/>
                  </a:cubicBezTo>
                  <a:cubicBezTo>
                    <a:pt x="315282" y="1806862"/>
                    <a:pt x="501716" y="2298017"/>
                    <a:pt x="749556" y="2411607"/>
                  </a:cubicBezTo>
                  <a:lnTo>
                    <a:pt x="803935" y="2423885"/>
                  </a:lnTo>
                  <a:lnTo>
                    <a:pt x="803935" y="2436355"/>
                  </a:lnTo>
                  <a:lnTo>
                    <a:pt x="0" y="2436355"/>
                  </a:lnTo>
                  <a:close/>
                </a:path>
              </a:pathLst>
            </a:cu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u="sng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719C092-4196-CAB9-5832-E0583D48FAF8}"/>
                </a:ext>
              </a:extLst>
            </p:cNvPr>
            <p:cNvSpPr txBox="1"/>
            <p:nvPr/>
          </p:nvSpPr>
          <p:spPr>
            <a:xfrm>
              <a:off x="8881532" y="2074801"/>
              <a:ext cx="19811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声反射材料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17342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>
          <a:solidFill>
            <a:schemeClr val="tx1"/>
          </a:solidFill>
          <a:tailEnd type="none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13859</TotalTime>
  <Words>100</Words>
  <Application>Microsoft Office PowerPoint</Application>
  <PresentationFormat>宽屏</PresentationFormat>
  <Paragraphs>61</Paragraphs>
  <Slides>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3" baseType="lpstr">
      <vt:lpstr>等线</vt:lpstr>
      <vt:lpstr>等线 Light</vt:lpstr>
      <vt:lpstr>宋体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 Fish</dc:creator>
  <cp:lastModifiedBy>Ash Fish</cp:lastModifiedBy>
  <cp:revision>29</cp:revision>
  <dcterms:created xsi:type="dcterms:W3CDTF">2025-09-19T06:52:16Z</dcterms:created>
  <dcterms:modified xsi:type="dcterms:W3CDTF">2026-05-13T02:51:58Z</dcterms:modified>
</cp:coreProperties>
</file>