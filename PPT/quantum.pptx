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2026-07-19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67849C94-D2C2-2B9B-D08B-17DC5A921133}"/>
              </a:ext>
            </a:extLst>
          </p:cNvPr>
          <p:cNvGrpSpPr/>
          <p:nvPr/>
        </p:nvGrpSpPr>
        <p:grpSpPr>
          <a:xfrm>
            <a:off x="2467718" y="810895"/>
            <a:ext cx="2500915" cy="3960000"/>
            <a:chOff x="2467718" y="810895"/>
            <a:chExt cx="2500915" cy="3960000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322955" y="810895"/>
              <a:ext cx="0" cy="396000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4403090" y="810895"/>
              <a:ext cx="0" cy="396000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3322955" y="1350645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3322955" y="990600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3322955" y="1710690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3322955" y="2070735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3322955" y="2430780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3322955" y="2790825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3322955" y="3150870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3322955" y="3510915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3322955" y="3870960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3322955" y="4231005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322955" y="4591050"/>
              <a:ext cx="1080000" cy="0"/>
            </a:xfrm>
            <a:prstGeom prst="line">
              <a:avLst/>
            </a:prstGeom>
            <a:ln w="254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A58B8701-CCCF-5B0D-32C3-8F069BA559A5}"/>
                    </a:ext>
                  </a:extLst>
                </p:cNvPr>
                <p:cNvSpPr txBox="1"/>
                <p:nvPr/>
              </p:nvSpPr>
              <p:spPr>
                <a:xfrm>
                  <a:off x="4527550" y="852100"/>
                  <a:ext cx="23128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A58B8701-CCCF-5B0D-32C3-8F069BA559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550" y="852100"/>
                  <a:ext cx="231281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6842" t="-2222" r="-13158" b="-3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CB5E3152-33E9-80C1-0C20-40E3D45EEBC5}"/>
                    </a:ext>
                  </a:extLst>
                </p:cNvPr>
                <p:cNvSpPr txBox="1"/>
                <p:nvPr/>
              </p:nvSpPr>
              <p:spPr>
                <a:xfrm>
                  <a:off x="2939984" y="852099"/>
                  <a:ext cx="26129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CB5E3152-33E9-80C1-0C20-40E3D45EE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984" y="852099"/>
                  <a:ext cx="26129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3256" r="-20930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6631F46-C521-4AED-0F86-9579A4510A3C}"/>
                    </a:ext>
                  </a:extLst>
                </p:cNvPr>
                <p:cNvSpPr txBox="1"/>
                <p:nvPr/>
              </p:nvSpPr>
              <p:spPr>
                <a:xfrm>
                  <a:off x="2467719" y="1572190"/>
                  <a:ext cx="7307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6631F46-C521-4AED-0F86-9579A4510A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7719" y="1572190"/>
                  <a:ext cx="73077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7500" r="-7500" b="-2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FACFC1B-26A1-A0AE-D0B3-2BC317F01B17}"/>
                    </a:ext>
                  </a:extLst>
                </p:cNvPr>
                <p:cNvSpPr txBox="1"/>
                <p:nvPr/>
              </p:nvSpPr>
              <p:spPr>
                <a:xfrm>
                  <a:off x="4527549" y="2285067"/>
                  <a:ext cx="441083" cy="2914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FACFC1B-26A1-A0AE-D0B3-2BC317F01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549" y="2285067"/>
                  <a:ext cx="441083" cy="291426"/>
                </a:xfrm>
                <a:prstGeom prst="rect">
                  <a:avLst/>
                </a:prstGeom>
                <a:blipFill>
                  <a:blip r:embed="rId5"/>
                  <a:stretch>
                    <a:fillRect l="-12500" t="-31250" r="-19444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DA6388DC-BE86-A0F8-6078-05B22248D6EA}"/>
                    </a:ext>
                  </a:extLst>
                </p:cNvPr>
                <p:cNvSpPr txBox="1"/>
                <p:nvPr/>
              </p:nvSpPr>
              <p:spPr>
                <a:xfrm>
                  <a:off x="4527550" y="1564976"/>
                  <a:ext cx="441083" cy="2914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ˆ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DA6388DC-BE86-A0F8-6078-05B22248D6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550" y="1564976"/>
                  <a:ext cx="441083" cy="291426"/>
                </a:xfrm>
                <a:prstGeom prst="rect">
                  <a:avLst/>
                </a:prstGeom>
                <a:blipFill>
                  <a:blip r:embed="rId6"/>
                  <a:stretch>
                    <a:fillRect l="-12500" t="-31250" r="-19444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70F62B8-52C2-BE52-95C5-CA533DFEC4B7}"/>
                    </a:ext>
                  </a:extLst>
                </p:cNvPr>
                <p:cNvSpPr txBox="1"/>
                <p:nvPr/>
              </p:nvSpPr>
              <p:spPr>
                <a:xfrm>
                  <a:off x="2600768" y="2285067"/>
                  <a:ext cx="5977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+ℏ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70F62B8-52C2-BE52-95C5-CA533DFEC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0768" y="2285067"/>
                  <a:ext cx="59772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9184" r="-9184" b="-2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344A5A9-4B5F-3C16-CD4D-648FB44BE2F6}"/>
                    </a:ext>
                  </a:extLst>
                </p:cNvPr>
                <p:cNvSpPr txBox="1"/>
                <p:nvPr/>
              </p:nvSpPr>
              <p:spPr>
                <a:xfrm>
                  <a:off x="4527549" y="2652325"/>
                  <a:ext cx="1862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344A5A9-4B5F-3C16-CD4D-648FB44BE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549" y="2652325"/>
                  <a:ext cx="18626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6667" t="-2174" r="-43333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A199C61-3481-F0B4-393F-4D594CF39441}"/>
                    </a:ext>
                  </a:extLst>
                </p:cNvPr>
                <p:cNvSpPr txBox="1"/>
                <p:nvPr/>
              </p:nvSpPr>
              <p:spPr>
                <a:xfrm>
                  <a:off x="3012740" y="2641505"/>
                  <a:ext cx="18575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A199C61-3481-F0B4-393F-4D594CF394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2740" y="2641505"/>
                  <a:ext cx="185756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9032" r="-25806" b="-217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50416005-5C36-E6F9-C50D-E48FD239E665}"/>
                    </a:ext>
                  </a:extLst>
                </p:cNvPr>
                <p:cNvSpPr txBox="1"/>
                <p:nvPr/>
              </p:nvSpPr>
              <p:spPr>
                <a:xfrm>
                  <a:off x="4527413" y="3005156"/>
                  <a:ext cx="441083" cy="2914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50416005-5C36-E6F9-C50D-E48FD239E6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413" y="3005156"/>
                  <a:ext cx="441083" cy="291426"/>
                </a:xfrm>
                <a:prstGeom prst="rect">
                  <a:avLst/>
                </a:prstGeom>
                <a:blipFill>
                  <a:blip r:embed="rId10"/>
                  <a:stretch>
                    <a:fillRect l="-12500" t="-31250" r="-19444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3DF1A43-988E-EDA4-530D-ABAAEA342383}"/>
                    </a:ext>
                  </a:extLst>
                </p:cNvPr>
                <p:cNvSpPr txBox="1"/>
                <p:nvPr/>
              </p:nvSpPr>
              <p:spPr>
                <a:xfrm>
                  <a:off x="2600768" y="2997944"/>
                  <a:ext cx="59772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−ℏ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03DF1A43-988E-EDA4-530D-ABAAEA3423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0768" y="2997944"/>
                  <a:ext cx="59772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9184" r="-9184" b="-2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161EA57-ED9F-5BD2-2CAB-F9E88FEDBBF8}"/>
                    </a:ext>
                  </a:extLst>
                </p:cNvPr>
                <p:cNvSpPr txBox="1"/>
                <p:nvPr/>
              </p:nvSpPr>
              <p:spPr>
                <a:xfrm>
                  <a:off x="4527413" y="3732459"/>
                  <a:ext cx="441082" cy="2914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ˆ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161EA57-ED9F-5BD2-2CAB-F9E88FEDBB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413" y="3732459"/>
                  <a:ext cx="441082" cy="291426"/>
                </a:xfrm>
                <a:prstGeom prst="rect">
                  <a:avLst/>
                </a:prstGeom>
                <a:blipFill>
                  <a:blip r:embed="rId12"/>
                  <a:stretch>
                    <a:fillRect l="-12500" t="-29167" r="-19444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21A3003-0941-AE5B-CFAB-D8F7014F76CD}"/>
                    </a:ext>
                  </a:extLst>
                </p:cNvPr>
                <p:cNvSpPr txBox="1"/>
                <p:nvPr/>
              </p:nvSpPr>
              <p:spPr>
                <a:xfrm>
                  <a:off x="2467718" y="3710821"/>
                  <a:ext cx="7307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21A3003-0941-AE5B-CFAB-D8F7014F76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7718" y="3710821"/>
                  <a:ext cx="730777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7500" r="-7500" b="-2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0727122B-9F2E-C373-4085-153E5D4B758C}"/>
                    </a:ext>
                  </a:extLst>
                </p:cNvPr>
                <p:cNvSpPr txBox="1"/>
                <p:nvPr/>
              </p:nvSpPr>
              <p:spPr>
                <a:xfrm>
                  <a:off x="4527413" y="4452550"/>
                  <a:ext cx="2585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0727122B-9F2E-C373-4085-153E5D4B75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7413" y="4452550"/>
                  <a:ext cx="258532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3333" t="-2174" r="-4762" b="-326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9AAA4754-B124-6610-EEC3-F9C7F0537390}"/>
                    </a:ext>
                  </a:extLst>
                </p:cNvPr>
                <p:cNvSpPr txBox="1"/>
                <p:nvPr/>
              </p:nvSpPr>
              <p:spPr>
                <a:xfrm>
                  <a:off x="2936329" y="4452550"/>
                  <a:ext cx="268600" cy="28309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ℏ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9AAA4754-B124-6610-EEC3-F9C7F0537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329" y="4452550"/>
                  <a:ext cx="268600" cy="283091"/>
                </a:xfrm>
                <a:prstGeom prst="rect">
                  <a:avLst/>
                </a:prstGeom>
                <a:blipFill>
                  <a:blip r:embed="rId15"/>
                  <a:stretch>
                    <a:fillRect l="-22727" t="-4255" r="-52273" b="-63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30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FishAsh</dc:creator>
  <cp:lastModifiedBy>Ash Fish</cp:lastModifiedBy>
  <cp:revision>13</cp:revision>
  <dcterms:created xsi:type="dcterms:W3CDTF">2023-08-09T12:44:00Z</dcterms:created>
  <dcterms:modified xsi:type="dcterms:W3CDTF">2026-07-19T06:12:13Z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B6E123F0D06D4B30A63DAD08DF5ED74F_12</vt:lpwstr>
  </property>
</Properties>
</file>