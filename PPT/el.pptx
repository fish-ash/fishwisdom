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63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80" y="-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CF729-EF3B-40C4-90BC-C2086AADCC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8ADBA-A0F5-48D7-ABCF-49CF523FE9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825496" y="5044776"/>
            <a:ext cx="1170432" cy="117043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8196072" y="5044776"/>
            <a:ext cx="1170432" cy="117043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3410712" y="5629992"/>
            <a:ext cx="53705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3410712" y="668864"/>
            <a:ext cx="2736087" cy="49611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 flipV="1">
            <a:off x="6146799" y="668864"/>
            <a:ext cx="2634489" cy="49611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2318512" y="5663858"/>
                <a:ext cx="218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512" y="5663858"/>
                <a:ext cx="2184400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6" t="-79" r="6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8028940" y="5678143"/>
                <a:ext cx="150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b="1" dirty="0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940" y="5678143"/>
                <a:ext cx="1504696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165" r="25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连接符 46"/>
          <p:cNvCxnSpPr/>
          <p:nvPr/>
        </p:nvCxnSpPr>
        <p:spPr>
          <a:xfrm>
            <a:off x="1913467" y="668864"/>
            <a:ext cx="421995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913467" y="5621187"/>
            <a:ext cx="149724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2235198" y="668864"/>
            <a:ext cx="0" cy="4952323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/>
              <p:cNvSpPr txBox="1"/>
              <p:nvPr/>
            </p:nvSpPr>
            <p:spPr>
              <a:xfrm>
                <a:off x="1445768" y="2960359"/>
                <a:ext cx="11704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altLang="zh-CN" b="1" dirty="0"/>
              </a:p>
            </p:txBody>
          </p:sp>
        </mc:Choice>
        <mc:Fallback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768" y="2960359"/>
                <a:ext cx="117043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43" t="-169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4765377" y="5209861"/>
                <a:ext cx="27360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altLang="zh-CN" b="1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377" y="5209861"/>
                <a:ext cx="273608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2" t="-87" r="8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5324686" y="1323781"/>
                <a:ext cx="16442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1" i="1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b="1" dirty="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686" y="1323781"/>
                <a:ext cx="1644226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3" t="-119" r="26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弧形 66"/>
          <p:cNvSpPr/>
          <p:nvPr/>
        </p:nvSpPr>
        <p:spPr>
          <a:xfrm>
            <a:off x="5768486" y="260156"/>
            <a:ext cx="729868" cy="1063625"/>
          </a:xfrm>
          <a:prstGeom prst="arc">
            <a:avLst>
              <a:gd name="adj1" fmla="val 3090537"/>
              <a:gd name="adj2" fmla="val 7530973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梯形 2"/>
          <p:cNvSpPr/>
          <p:nvPr/>
        </p:nvSpPr>
        <p:spPr>
          <a:xfrm>
            <a:off x="751273" y="751061"/>
            <a:ext cx="3412274" cy="959005"/>
          </a:xfrm>
          <a:prstGeom prst="trapezoid">
            <a:avLst>
              <a:gd name="adj" fmla="val 96318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>
            <a:stCxn id="3" idx="1"/>
            <a:endCxn id="3" idx="2"/>
          </p:cNvCxnSpPr>
          <p:nvPr/>
        </p:nvCxnSpPr>
        <p:spPr>
          <a:xfrm>
            <a:off x="1213120" y="1230564"/>
            <a:ext cx="1244290" cy="47950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3" idx="2"/>
            <a:endCxn id="3" idx="3"/>
          </p:cNvCxnSpPr>
          <p:nvPr/>
        </p:nvCxnSpPr>
        <p:spPr>
          <a:xfrm flipV="1">
            <a:off x="2457410" y="1230564"/>
            <a:ext cx="1244290" cy="47950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3701700" y="3141913"/>
            <a:ext cx="688216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63303" y="3180014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519008" y="3108046"/>
            <a:ext cx="143934" cy="14393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68115" y="3157153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rot="16200000">
            <a:off x="316066" y="2833137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452937" y="3180519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37" y="3180519"/>
                <a:ext cx="230355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79" t="-119" r="14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/>
          <p:cNvCxnSpPr/>
          <p:nvPr/>
        </p:nvCxnSpPr>
        <p:spPr>
          <a:xfrm>
            <a:off x="4534211" y="3141914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rot="16200000">
            <a:off x="4186974" y="2795036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4285541" y="3178924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541" y="3178924"/>
                <a:ext cx="23035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44" t="-31" r="-14983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938211" y="2804588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11" y="2804588"/>
                <a:ext cx="23035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7" t="-116" r="72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81061" y="2393636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61" y="2393636"/>
                <a:ext cx="230355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6" t="-87" r="226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4945990" y="3085573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990" y="3085573"/>
                <a:ext cx="2303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65" t="-29" r="-10275" b="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4507079" y="2406416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079" y="2406416"/>
                <a:ext cx="23035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0" t="-109" r="-13087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梯形 34"/>
          <p:cNvSpPr/>
          <p:nvPr/>
        </p:nvSpPr>
        <p:spPr>
          <a:xfrm>
            <a:off x="751273" y="4996208"/>
            <a:ext cx="3412274" cy="959005"/>
          </a:xfrm>
          <a:prstGeom prst="trapezoid">
            <a:avLst>
              <a:gd name="adj" fmla="val 96318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/>
          <p:cNvCxnSpPr>
            <a:stCxn id="35" idx="1"/>
            <a:endCxn id="35" idx="2"/>
          </p:cNvCxnSpPr>
          <p:nvPr/>
        </p:nvCxnSpPr>
        <p:spPr>
          <a:xfrm>
            <a:off x="1213120" y="5475711"/>
            <a:ext cx="1244290" cy="47950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5" idx="2"/>
            <a:endCxn id="35" idx="3"/>
          </p:cNvCxnSpPr>
          <p:nvPr/>
        </p:nvCxnSpPr>
        <p:spPr>
          <a:xfrm flipV="1">
            <a:off x="2457410" y="5475711"/>
            <a:ext cx="1244290" cy="47950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35" idx="3"/>
          </p:cNvCxnSpPr>
          <p:nvPr/>
        </p:nvCxnSpPr>
        <p:spPr>
          <a:xfrm flipV="1">
            <a:off x="3701700" y="5475710"/>
            <a:ext cx="688216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663303" y="5475711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椭圆 39"/>
          <p:cNvSpPr/>
          <p:nvPr/>
        </p:nvSpPr>
        <p:spPr>
          <a:xfrm>
            <a:off x="519008" y="5403743"/>
            <a:ext cx="143934" cy="14393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 rot="16200000">
            <a:off x="316066" y="5128834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596634" y="4717242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34" y="4717242"/>
                <a:ext cx="230355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160" t="-125" r="95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接连接符 43"/>
          <p:cNvCxnSpPr/>
          <p:nvPr/>
        </p:nvCxnSpPr>
        <p:spPr>
          <a:xfrm>
            <a:off x="4534211" y="5475711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rot="5400000" flipV="1">
            <a:off x="4190796" y="5832031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4497452" y="5795533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452" y="5795533"/>
                <a:ext cx="23035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66" t="-142" r="-15061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938211" y="5100285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11" y="5100285"/>
                <a:ext cx="23035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7" t="-162" r="72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244873" y="5262304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73" y="5262304"/>
                <a:ext cx="230355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3" t="-16" r="108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4945990" y="5419370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990" y="5419370"/>
                <a:ext cx="2303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65" t="-76" r="-10275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4439023" y="5093439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023" y="5093439"/>
                <a:ext cx="23035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62" t="-28" r="-13135" b="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矩形 52"/>
          <p:cNvSpPr/>
          <p:nvPr/>
        </p:nvSpPr>
        <p:spPr>
          <a:xfrm>
            <a:off x="751272" y="2758788"/>
            <a:ext cx="3412273" cy="77215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/>
          <p:cNvCxnSpPr/>
          <p:nvPr/>
        </p:nvCxnSpPr>
        <p:spPr>
          <a:xfrm>
            <a:off x="1676400" y="2758788"/>
            <a:ext cx="0" cy="772158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3246120" y="2758788"/>
            <a:ext cx="0" cy="772158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663303" y="1230564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椭圆 90"/>
          <p:cNvSpPr/>
          <p:nvPr/>
        </p:nvSpPr>
        <p:spPr>
          <a:xfrm>
            <a:off x="519008" y="1158596"/>
            <a:ext cx="143934" cy="14393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568115" y="1207703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连接符 92"/>
          <p:cNvCxnSpPr/>
          <p:nvPr/>
        </p:nvCxnSpPr>
        <p:spPr>
          <a:xfrm rot="16200000">
            <a:off x="316066" y="883687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本框 93"/>
              <p:cNvSpPr txBox="1"/>
              <p:nvPr/>
            </p:nvSpPr>
            <p:spPr>
              <a:xfrm>
                <a:off x="452937" y="1231069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4" name="文本框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37" y="1231069"/>
                <a:ext cx="230355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79" t="-119" r="14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本框 94"/>
              <p:cNvSpPr txBox="1"/>
              <p:nvPr/>
            </p:nvSpPr>
            <p:spPr>
              <a:xfrm>
                <a:off x="938211" y="855138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5" name="文本框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11" y="855138"/>
                <a:ext cx="23035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7" t="-116" r="72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/>
              <p:cNvSpPr txBox="1"/>
              <p:nvPr/>
            </p:nvSpPr>
            <p:spPr>
              <a:xfrm>
                <a:off x="581061" y="444186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61" y="444186"/>
                <a:ext cx="230355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6" t="-87" r="226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接连接符 96"/>
          <p:cNvCxnSpPr>
            <a:endCxn id="99" idx="2"/>
          </p:cNvCxnSpPr>
          <p:nvPr/>
        </p:nvCxnSpPr>
        <p:spPr>
          <a:xfrm flipV="1">
            <a:off x="3701700" y="1230563"/>
            <a:ext cx="688216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4534211" y="1230564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椭圆 98"/>
          <p:cNvSpPr/>
          <p:nvPr/>
        </p:nvSpPr>
        <p:spPr>
          <a:xfrm>
            <a:off x="4389916" y="1158596"/>
            <a:ext cx="143934" cy="14393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/>
          <p:cNvSpPr/>
          <p:nvPr/>
        </p:nvSpPr>
        <p:spPr>
          <a:xfrm>
            <a:off x="4439023" y="1207703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直接连接符 100"/>
          <p:cNvCxnSpPr/>
          <p:nvPr/>
        </p:nvCxnSpPr>
        <p:spPr>
          <a:xfrm rot="5400000" flipV="1">
            <a:off x="4190796" y="1586884"/>
            <a:ext cx="549817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文本框 101"/>
              <p:cNvSpPr txBox="1"/>
              <p:nvPr/>
            </p:nvSpPr>
            <p:spPr>
              <a:xfrm>
                <a:off x="4382275" y="753280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2" name="文本框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275" y="753280"/>
                <a:ext cx="23035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61" t="-46" r="-15166" b="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本框 102"/>
              <p:cNvSpPr txBox="1"/>
              <p:nvPr/>
            </p:nvSpPr>
            <p:spPr>
              <a:xfrm>
                <a:off x="4945990" y="1174223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3" name="文本框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990" y="1174223"/>
                <a:ext cx="2303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65" t="-29" r="-10275" b="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文本框 103"/>
              <p:cNvSpPr txBox="1"/>
              <p:nvPr/>
            </p:nvSpPr>
            <p:spPr>
              <a:xfrm>
                <a:off x="4520076" y="1600401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4" name="文本框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076" y="1600401"/>
                <a:ext cx="23035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63" t="-54" r="-13233" b="1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直接连接符 107"/>
          <p:cNvCxnSpPr>
            <a:stCxn id="40" idx="1"/>
            <a:endCxn id="40" idx="5"/>
          </p:cNvCxnSpPr>
          <p:nvPr/>
        </p:nvCxnSpPr>
        <p:spPr>
          <a:xfrm>
            <a:off x="540087" y="5424822"/>
            <a:ext cx="101776" cy="1017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>
            <a:stCxn id="40" idx="7"/>
            <a:endCxn id="40" idx="3"/>
          </p:cNvCxnSpPr>
          <p:nvPr/>
        </p:nvCxnSpPr>
        <p:spPr>
          <a:xfrm flipH="1">
            <a:off x="540087" y="5424822"/>
            <a:ext cx="101776" cy="1017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椭圆 112"/>
          <p:cNvSpPr/>
          <p:nvPr/>
        </p:nvSpPr>
        <p:spPr>
          <a:xfrm>
            <a:off x="4395638" y="5402603"/>
            <a:ext cx="143934" cy="14393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4" name="直接连接符 113"/>
          <p:cNvCxnSpPr>
            <a:stCxn id="113" idx="1"/>
            <a:endCxn id="113" idx="5"/>
          </p:cNvCxnSpPr>
          <p:nvPr/>
        </p:nvCxnSpPr>
        <p:spPr>
          <a:xfrm>
            <a:off x="4416717" y="5423682"/>
            <a:ext cx="101776" cy="1017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>
            <a:stCxn id="113" idx="7"/>
            <a:endCxn id="113" idx="3"/>
          </p:cNvCxnSpPr>
          <p:nvPr/>
        </p:nvCxnSpPr>
        <p:spPr>
          <a:xfrm flipH="1">
            <a:off x="4416717" y="5423682"/>
            <a:ext cx="101776" cy="1017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椭圆 115"/>
          <p:cNvSpPr/>
          <p:nvPr/>
        </p:nvSpPr>
        <p:spPr>
          <a:xfrm>
            <a:off x="4393041" y="3069475"/>
            <a:ext cx="143934" cy="14393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连接符 116"/>
          <p:cNvCxnSpPr>
            <a:stCxn id="116" idx="1"/>
            <a:endCxn id="116" idx="5"/>
          </p:cNvCxnSpPr>
          <p:nvPr/>
        </p:nvCxnSpPr>
        <p:spPr>
          <a:xfrm>
            <a:off x="4414120" y="3090554"/>
            <a:ext cx="101776" cy="1017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116" idx="7"/>
            <a:endCxn id="116" idx="3"/>
          </p:cNvCxnSpPr>
          <p:nvPr/>
        </p:nvCxnSpPr>
        <p:spPr>
          <a:xfrm flipH="1">
            <a:off x="4414120" y="3090554"/>
            <a:ext cx="101776" cy="1017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7807036" y="1011645"/>
            <a:ext cx="915324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7807036" y="1003470"/>
            <a:ext cx="0" cy="104377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文本框 125"/>
              <p:cNvSpPr txBox="1"/>
              <p:nvPr/>
            </p:nvSpPr>
            <p:spPr>
              <a:xfrm flipH="1">
                <a:off x="6927856" y="1253422"/>
                <a:ext cx="230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6" name="文本框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27856" y="1253422"/>
                <a:ext cx="23034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" t="-154" r="-15227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文本框 126"/>
              <p:cNvSpPr txBox="1"/>
              <p:nvPr/>
            </p:nvSpPr>
            <p:spPr>
              <a:xfrm>
                <a:off x="8412848" y="634138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7" name="文本框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848" y="634138"/>
                <a:ext cx="2303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60" t="-110" r="-10380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文本框 127"/>
              <p:cNvSpPr txBox="1"/>
              <p:nvPr/>
            </p:nvSpPr>
            <p:spPr>
              <a:xfrm>
                <a:off x="7852468" y="1807173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8" name="文本框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468" y="1807173"/>
                <a:ext cx="23035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5" t="-162" r="-13272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直接箭头连接符 136"/>
          <p:cNvCxnSpPr/>
          <p:nvPr/>
        </p:nvCxnSpPr>
        <p:spPr>
          <a:xfrm flipH="1">
            <a:off x="7223760" y="1011645"/>
            <a:ext cx="588149" cy="566246"/>
          </a:xfrm>
          <a:prstGeom prst="straightConnector1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>
            <a:off x="6424067" y="3680337"/>
            <a:ext cx="915324" cy="0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V="1">
            <a:off x="6424067" y="2653197"/>
            <a:ext cx="0" cy="1040017"/>
          </a:xfrm>
          <a:prstGeom prst="line">
            <a:avLst/>
          </a:prstGeom>
          <a:ln w="254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文本框 143"/>
              <p:cNvSpPr txBox="1"/>
              <p:nvPr/>
            </p:nvSpPr>
            <p:spPr>
              <a:xfrm flipH="1">
                <a:off x="7208791" y="2867174"/>
                <a:ext cx="1362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4" name="文本框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08791" y="2867174"/>
                <a:ext cx="136293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99" t="-40" r="-77312" b="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本框 144"/>
              <p:cNvSpPr txBox="1"/>
              <p:nvPr/>
            </p:nvSpPr>
            <p:spPr>
              <a:xfrm>
                <a:off x="7224213" y="3657476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5" name="文本框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213" y="3657476"/>
                <a:ext cx="2303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97" t="-138" r="-10344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本框 145"/>
              <p:cNvSpPr txBox="1"/>
              <p:nvPr/>
            </p:nvSpPr>
            <p:spPr>
              <a:xfrm>
                <a:off x="6383405" y="2393636"/>
                <a:ext cx="230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6" name="文本框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405" y="2393636"/>
                <a:ext cx="23035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67" t="-87" r="-13130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直接箭头连接符 146"/>
          <p:cNvCxnSpPr/>
          <p:nvPr/>
        </p:nvCxnSpPr>
        <p:spPr>
          <a:xfrm flipH="1">
            <a:off x="6431052" y="2951355"/>
            <a:ext cx="755068" cy="716106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643203" y="3657476"/>
            <a:ext cx="183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道威棱镜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527610" y="3211551"/>
            <a:ext cx="553843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4711701" y="1986002"/>
            <a:ext cx="431800" cy="2451097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927601" y="1320800"/>
            <a:ext cx="0" cy="400685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7251700" y="1471654"/>
            <a:ext cx="349250" cy="1016000"/>
            <a:chOff x="7245350" y="1511300"/>
            <a:chExt cx="349250" cy="1016000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7429500" y="1511300"/>
              <a:ext cx="0" cy="101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7245350" y="2520950"/>
              <a:ext cx="3492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flipV="1">
            <a:off x="7242175" y="3929099"/>
            <a:ext cx="349250" cy="1016000"/>
            <a:chOff x="7235825" y="3498850"/>
            <a:chExt cx="349250" cy="10160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7419975" y="3498850"/>
              <a:ext cx="0" cy="101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7235825" y="4508500"/>
              <a:ext cx="3492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直接箭头连接符 24"/>
          <p:cNvCxnSpPr/>
          <p:nvPr/>
        </p:nvCxnSpPr>
        <p:spPr>
          <a:xfrm>
            <a:off x="4927601" y="4813300"/>
            <a:ext cx="2489199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4" idx="6"/>
          </p:cNvCxnSpPr>
          <p:nvPr/>
        </p:nvCxnSpPr>
        <p:spPr>
          <a:xfrm>
            <a:off x="5143501" y="3211551"/>
            <a:ext cx="0" cy="10619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5143501" y="4184650"/>
            <a:ext cx="2273299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862638" y="4443968"/>
                <a:ext cx="844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638" y="4443968"/>
                <a:ext cx="844550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38" t="-64" r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5853113" y="3751302"/>
                <a:ext cx="844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113" y="3751302"/>
                <a:ext cx="84455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8" t="-97" r="38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04520" y="1707515"/>
            <a:ext cx="3905885" cy="917575"/>
            <a:chOff x="604520" y="1707515"/>
            <a:chExt cx="3905885" cy="917575"/>
          </a:xfrm>
        </p:grpSpPr>
        <p:grpSp>
          <p:nvGrpSpPr>
            <p:cNvPr id="32" name="组合 31"/>
            <p:cNvGrpSpPr/>
            <p:nvPr/>
          </p:nvGrpSpPr>
          <p:grpSpPr>
            <a:xfrm>
              <a:off x="817880" y="1740535"/>
              <a:ext cx="2533015" cy="884555"/>
              <a:chOff x="1288" y="2741"/>
              <a:chExt cx="6633" cy="2316"/>
            </a:xfrm>
          </p:grpSpPr>
          <p:sp>
            <p:nvSpPr>
              <p:cNvPr id="3" name="任意多边形 2"/>
              <p:cNvSpPr/>
              <p:nvPr/>
            </p:nvSpPr>
            <p:spPr>
              <a:xfrm>
                <a:off x="2909" y="2741"/>
                <a:ext cx="3392" cy="2316"/>
              </a:xfrm>
              <a:custGeom>
                <a:avLst/>
                <a:gdLst>
                  <a:gd name="idx" fmla="cos wd2 2700000"/>
                  <a:gd name="idy" fmla="sin hd2 2700000"/>
                  <a:gd name="il" fmla="+- hc 0 idx"/>
                  <a:gd name="ir" fmla="+- hc idx 0"/>
                  <a:gd name="it" fmla="+- vc 0 idy"/>
                  <a:gd name="ib" fmla="+- vc idy 0"/>
                </a:gdLst>
                <a:ahLst/>
                <a:cxnLst>
                  <a:cxn ang="3">
                    <a:pos x="hc" y="t"/>
                  </a:cxn>
                  <a:cxn ang="3">
                    <a:pos x="il" y="it"/>
                  </a:cxn>
                  <a:cxn ang="cd2">
                    <a:pos x="l" y="vc"/>
                  </a:cxn>
                  <a:cxn ang="cd4">
                    <a:pos x="il" y="ib"/>
                  </a:cxn>
                  <a:cxn ang="cd4">
                    <a:pos x="hc" y="b"/>
                  </a:cxn>
                  <a:cxn ang="cd4">
                    <a:pos x="ir" y="ib"/>
                  </a:cxn>
                  <a:cxn ang="0">
                    <a:pos x="r" y="vc"/>
                  </a:cxn>
                  <a:cxn ang="3">
                    <a:pos x="ir" y="it"/>
                  </a:cxn>
                </a:cxnLst>
                <a:rect l="l" t="t" r="r" b="b"/>
                <a:pathLst>
                  <a:path w="3392" h="2316">
                    <a:moveTo>
                      <a:pt x="0" y="0"/>
                    </a:moveTo>
                    <a:lnTo>
                      <a:pt x="2235" y="0"/>
                    </a:lnTo>
                    <a:lnTo>
                      <a:pt x="2245" y="0"/>
                    </a:lnTo>
                    <a:lnTo>
                      <a:pt x="2245" y="0"/>
                    </a:lnTo>
                    <a:lnTo>
                      <a:pt x="2264" y="0"/>
                    </a:lnTo>
                    <a:cubicBezTo>
                      <a:pt x="2890" y="16"/>
                      <a:pt x="3392" y="528"/>
                      <a:pt x="3392" y="1158"/>
                    </a:cubicBezTo>
                    <a:cubicBezTo>
                      <a:pt x="3392" y="1787"/>
                      <a:pt x="2890" y="2299"/>
                      <a:pt x="2264" y="2315"/>
                    </a:cubicBezTo>
                    <a:lnTo>
                      <a:pt x="2245" y="2315"/>
                    </a:lnTo>
                    <a:lnTo>
                      <a:pt x="2245" y="2316"/>
                    </a:lnTo>
                    <a:lnTo>
                      <a:pt x="0" y="231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1288" y="3219"/>
                <a:ext cx="162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1288" y="4586"/>
                <a:ext cx="162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6301" y="3899"/>
                <a:ext cx="162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604520" y="1707515"/>
                  <a:ext cx="76200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zh-CN"/>
                </a:p>
              </p:txBody>
            </p:sp>
          </mc:Choice>
          <mc:Fallback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520" y="1707515"/>
                  <a:ext cx="76200" cy="36830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/>
                <p:cNvSpPr txBox="1"/>
                <p:nvPr/>
              </p:nvSpPr>
              <p:spPr>
                <a:xfrm>
                  <a:off x="604520" y="2256790"/>
                  <a:ext cx="76200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altLang="zh-CN"/>
                </a:p>
              </p:txBody>
            </p:sp>
          </mc:Choice>
          <mc:Fallback>
            <p:sp>
              <p:nvSpPr>
                <p:cNvPr id="31" name="文本框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520" y="2256790"/>
                  <a:ext cx="76200" cy="36830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2697480" y="1740535"/>
                  <a:ext cx="1812925" cy="3968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∙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altLang="zh-CN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7480" y="1740535"/>
                  <a:ext cx="1812925" cy="39687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/>
          <p:cNvGrpSpPr/>
          <p:nvPr/>
        </p:nvGrpSpPr>
        <p:grpSpPr>
          <a:xfrm>
            <a:off x="518160" y="3523615"/>
            <a:ext cx="3905885" cy="917575"/>
            <a:chOff x="518160" y="3523615"/>
            <a:chExt cx="3905885" cy="917575"/>
          </a:xfrm>
        </p:grpSpPr>
        <p:sp>
          <p:nvSpPr>
            <p:cNvPr id="23" name="任意多边形 22"/>
            <p:cNvSpPr/>
            <p:nvPr/>
          </p:nvSpPr>
          <p:spPr>
            <a:xfrm flipH="1" flipV="1">
              <a:off x="1351280" y="3556635"/>
              <a:ext cx="1294765" cy="884555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866" h="2317">
                  <a:moveTo>
                    <a:pt x="1749" y="0"/>
                  </a:moveTo>
                  <a:cubicBezTo>
                    <a:pt x="1763" y="0"/>
                    <a:pt x="1777" y="0"/>
                    <a:pt x="1791" y="0"/>
                  </a:cubicBezTo>
                  <a:lnTo>
                    <a:pt x="1806" y="1"/>
                  </a:lnTo>
                  <a:lnTo>
                    <a:pt x="3866" y="1"/>
                  </a:lnTo>
                  <a:lnTo>
                    <a:pt x="3839" y="32"/>
                  </a:lnTo>
                  <a:cubicBezTo>
                    <a:pt x="3577" y="334"/>
                    <a:pt x="3419" y="728"/>
                    <a:pt x="3419" y="1159"/>
                  </a:cubicBezTo>
                  <a:cubicBezTo>
                    <a:pt x="3419" y="1591"/>
                    <a:pt x="3577" y="1985"/>
                    <a:pt x="3839" y="2287"/>
                  </a:cubicBezTo>
                  <a:lnTo>
                    <a:pt x="3865" y="2317"/>
                  </a:lnTo>
                  <a:lnTo>
                    <a:pt x="1802" y="2317"/>
                  </a:lnTo>
                  <a:lnTo>
                    <a:pt x="1802" y="2316"/>
                  </a:lnTo>
                  <a:lnTo>
                    <a:pt x="1787" y="2317"/>
                  </a:lnTo>
                  <a:cubicBezTo>
                    <a:pt x="1774" y="2317"/>
                    <a:pt x="1762" y="2317"/>
                    <a:pt x="1749" y="2317"/>
                  </a:cubicBezTo>
                  <a:cubicBezTo>
                    <a:pt x="994" y="2317"/>
                    <a:pt x="337" y="1849"/>
                    <a:pt x="1" y="1160"/>
                  </a:cubicBezTo>
                  <a:lnTo>
                    <a:pt x="0" y="1159"/>
                  </a:lnTo>
                  <a:lnTo>
                    <a:pt x="0" y="1159"/>
                  </a:lnTo>
                  <a:lnTo>
                    <a:pt x="1" y="1156"/>
                  </a:lnTo>
                  <a:cubicBezTo>
                    <a:pt x="337" y="468"/>
                    <a:pt x="994" y="0"/>
                    <a:pt x="1749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731520" y="3739515"/>
              <a:ext cx="7302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731520" y="4261485"/>
              <a:ext cx="71437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2646045" y="3999230"/>
              <a:ext cx="619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本框 38"/>
                <p:cNvSpPr txBox="1"/>
                <p:nvPr/>
              </p:nvSpPr>
              <p:spPr>
                <a:xfrm>
                  <a:off x="518160" y="3523615"/>
                  <a:ext cx="76200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zh-CN"/>
                </a:p>
              </p:txBody>
            </p:sp>
          </mc:Choice>
          <mc:Fallback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" y="3523615"/>
                  <a:ext cx="76200" cy="36830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/>
                <p:cNvSpPr txBox="1"/>
                <p:nvPr/>
              </p:nvSpPr>
              <p:spPr>
                <a:xfrm>
                  <a:off x="518160" y="4072890"/>
                  <a:ext cx="76200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altLang="zh-CN"/>
                </a:p>
              </p:txBody>
            </p:sp>
          </mc:Choice>
          <mc:Fallback>
            <p:sp>
              <p:nvSpPr>
                <p:cNvPr id="40" name="文本框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" y="4072890"/>
                  <a:ext cx="76200" cy="36830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/>
                <p:cNvSpPr txBox="1"/>
                <p:nvPr/>
              </p:nvSpPr>
              <p:spPr>
                <a:xfrm>
                  <a:off x="2611120" y="3556635"/>
                  <a:ext cx="1812925" cy="3968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altLang="zh-CN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i="1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41" name="文本框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1120" y="3556635"/>
                  <a:ext cx="1812925" cy="39687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/>
          <p:cNvGrpSpPr/>
          <p:nvPr/>
        </p:nvGrpSpPr>
        <p:grpSpPr>
          <a:xfrm>
            <a:off x="642620" y="5047883"/>
            <a:ext cx="3079115" cy="890270"/>
            <a:chOff x="7205980" y="3063240"/>
            <a:chExt cx="3079115" cy="890270"/>
          </a:xfrm>
        </p:grpSpPr>
        <p:sp>
          <p:nvSpPr>
            <p:cNvPr id="25" name="椭圆 24"/>
            <p:cNvSpPr/>
            <p:nvPr/>
          </p:nvSpPr>
          <p:spPr>
            <a:xfrm>
              <a:off x="8868200" y="3435773"/>
              <a:ext cx="143934" cy="14393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/>
          </p:nvSpPr>
          <p:spPr>
            <a:xfrm rot="5400000">
              <a:off x="8027035" y="3122930"/>
              <a:ext cx="890270" cy="770890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/>
            <p:cNvCxnSpPr/>
            <p:nvPr/>
          </p:nvCxnSpPr>
          <p:spPr>
            <a:xfrm>
              <a:off x="7457440" y="3507740"/>
              <a:ext cx="619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010017" y="3507740"/>
              <a:ext cx="619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/>
                <p:cNvSpPr txBox="1"/>
                <p:nvPr/>
              </p:nvSpPr>
              <p:spPr>
                <a:xfrm>
                  <a:off x="7205980" y="3323590"/>
                  <a:ext cx="76200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zh-CN" dirty="0"/>
                </a:p>
              </p:txBody>
            </p:sp>
          </mc:Choice>
          <mc:Fallback>
            <p:sp>
              <p:nvSpPr>
                <p:cNvPr id="53" name="文本框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5980" y="3323590"/>
                  <a:ext cx="76200" cy="36830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文本框 54"/>
                <p:cNvSpPr txBox="1"/>
                <p:nvPr/>
              </p:nvSpPr>
              <p:spPr>
                <a:xfrm>
                  <a:off x="8472170" y="3159760"/>
                  <a:ext cx="1812925" cy="3968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L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en-US" altLang="zh-CN" b="0" i="1" dirty="0">
                    <a:latin typeface="Cambria Math" panose="02040503050406030204" pitchFamily="18" charset="0"/>
                  </a:endParaRPr>
                </a:p>
                <a:p>
                  <a:endParaRPr lang="en-US" altLang="zh-CN" b="0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i="1" dirty="0"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55" name="文本框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2170" y="3159760"/>
                  <a:ext cx="1812925" cy="396875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任意多边形 22"/>
          <p:cNvSpPr/>
          <p:nvPr/>
        </p:nvSpPr>
        <p:spPr>
          <a:xfrm flipH="1" flipV="1">
            <a:off x="6855326" y="1465897"/>
            <a:ext cx="1294765" cy="88455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66" h="2317">
                <a:moveTo>
                  <a:pt x="1749" y="0"/>
                </a:moveTo>
                <a:cubicBezTo>
                  <a:pt x="1763" y="0"/>
                  <a:pt x="1777" y="0"/>
                  <a:pt x="1791" y="0"/>
                </a:cubicBezTo>
                <a:lnTo>
                  <a:pt x="1806" y="1"/>
                </a:lnTo>
                <a:lnTo>
                  <a:pt x="3866" y="1"/>
                </a:lnTo>
                <a:lnTo>
                  <a:pt x="3839" y="32"/>
                </a:lnTo>
                <a:cubicBezTo>
                  <a:pt x="3577" y="334"/>
                  <a:pt x="3419" y="728"/>
                  <a:pt x="3419" y="1159"/>
                </a:cubicBezTo>
                <a:cubicBezTo>
                  <a:pt x="3419" y="1591"/>
                  <a:pt x="3577" y="1985"/>
                  <a:pt x="3839" y="2287"/>
                </a:cubicBezTo>
                <a:lnTo>
                  <a:pt x="3865" y="2317"/>
                </a:lnTo>
                <a:lnTo>
                  <a:pt x="1802" y="2317"/>
                </a:lnTo>
                <a:lnTo>
                  <a:pt x="1802" y="2316"/>
                </a:lnTo>
                <a:lnTo>
                  <a:pt x="1787" y="2317"/>
                </a:lnTo>
                <a:cubicBezTo>
                  <a:pt x="1774" y="2317"/>
                  <a:pt x="1762" y="2317"/>
                  <a:pt x="1749" y="2317"/>
                </a:cubicBezTo>
                <a:cubicBezTo>
                  <a:pt x="994" y="2317"/>
                  <a:pt x="337" y="1849"/>
                  <a:pt x="1" y="1160"/>
                </a:cubicBezTo>
                <a:lnTo>
                  <a:pt x="0" y="1159"/>
                </a:lnTo>
                <a:lnTo>
                  <a:pt x="0" y="1159"/>
                </a:lnTo>
                <a:lnTo>
                  <a:pt x="1" y="1156"/>
                </a:lnTo>
                <a:cubicBezTo>
                  <a:pt x="337" y="468"/>
                  <a:pt x="994" y="0"/>
                  <a:pt x="1749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235566" y="1648777"/>
            <a:ext cx="730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235566" y="2170747"/>
            <a:ext cx="7143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8150091" y="1908492"/>
            <a:ext cx="6191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022206" y="1432877"/>
                <a:ext cx="762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206" y="1432877"/>
                <a:ext cx="76200" cy="368300"/>
              </a:xfrm>
              <a:prstGeom prst="rect">
                <a:avLst/>
              </a:prstGeom>
              <a:blipFill rotWithShape="1">
                <a:blip r:embed="rId1"/>
                <a:stretch>
                  <a:fillRect l="-657" t="-86" r="-139343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022206" y="1982152"/>
                <a:ext cx="762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206" y="1982152"/>
                <a:ext cx="76200" cy="368300"/>
              </a:xfrm>
              <a:prstGeom prst="rect">
                <a:avLst/>
              </a:prstGeom>
              <a:blipFill rotWithShape="1">
                <a:blip r:embed="rId2"/>
                <a:stretch>
                  <a:fillRect l="-657" t="-86" r="-146009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8115166" y="1465897"/>
                <a:ext cx="1812925" cy="3968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𝐿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166" y="1465897"/>
                <a:ext cx="1812925" cy="396875"/>
              </a:xfrm>
              <a:prstGeom prst="rect">
                <a:avLst/>
              </a:prstGeom>
              <a:blipFill rotWithShape="1">
                <a:blip r:embed="rId4"/>
                <a:stretch>
                  <a:fillRect l="-28" t="-80" r="28" b="-496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弧形 15"/>
          <p:cNvSpPr/>
          <p:nvPr/>
        </p:nvSpPr>
        <p:spPr>
          <a:xfrm>
            <a:off x="5424067" y="1171974"/>
            <a:ext cx="1472400" cy="1472400"/>
          </a:xfrm>
          <a:prstGeom prst="arc">
            <a:avLst>
              <a:gd name="adj1" fmla="val 19429299"/>
              <a:gd name="adj2" fmla="val 2210165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22"/>
          <p:cNvSpPr/>
          <p:nvPr/>
        </p:nvSpPr>
        <p:spPr>
          <a:xfrm flipH="1" flipV="1">
            <a:off x="6855326" y="1465897"/>
            <a:ext cx="1294765" cy="88455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66" h="2317">
                <a:moveTo>
                  <a:pt x="1749" y="0"/>
                </a:moveTo>
                <a:cubicBezTo>
                  <a:pt x="1763" y="0"/>
                  <a:pt x="1777" y="0"/>
                  <a:pt x="1791" y="0"/>
                </a:cubicBezTo>
                <a:lnTo>
                  <a:pt x="1806" y="1"/>
                </a:lnTo>
                <a:lnTo>
                  <a:pt x="3866" y="1"/>
                </a:lnTo>
                <a:lnTo>
                  <a:pt x="3839" y="32"/>
                </a:lnTo>
                <a:cubicBezTo>
                  <a:pt x="3577" y="334"/>
                  <a:pt x="3419" y="728"/>
                  <a:pt x="3419" y="1159"/>
                </a:cubicBezTo>
                <a:cubicBezTo>
                  <a:pt x="3419" y="1591"/>
                  <a:pt x="3577" y="1985"/>
                  <a:pt x="3839" y="2287"/>
                </a:cubicBezTo>
                <a:lnTo>
                  <a:pt x="3865" y="2317"/>
                </a:lnTo>
                <a:lnTo>
                  <a:pt x="1802" y="2317"/>
                </a:lnTo>
                <a:lnTo>
                  <a:pt x="1802" y="2316"/>
                </a:lnTo>
                <a:lnTo>
                  <a:pt x="1787" y="2317"/>
                </a:lnTo>
                <a:cubicBezTo>
                  <a:pt x="1774" y="2317"/>
                  <a:pt x="1762" y="2317"/>
                  <a:pt x="1749" y="2317"/>
                </a:cubicBezTo>
                <a:cubicBezTo>
                  <a:pt x="994" y="2317"/>
                  <a:pt x="337" y="1849"/>
                  <a:pt x="1" y="1160"/>
                </a:cubicBezTo>
                <a:lnTo>
                  <a:pt x="0" y="1159"/>
                </a:lnTo>
                <a:lnTo>
                  <a:pt x="0" y="1159"/>
                </a:lnTo>
                <a:lnTo>
                  <a:pt x="1" y="1156"/>
                </a:lnTo>
                <a:cubicBezTo>
                  <a:pt x="337" y="468"/>
                  <a:pt x="994" y="0"/>
                  <a:pt x="1749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6235566" y="1648777"/>
            <a:ext cx="730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235566" y="2170747"/>
            <a:ext cx="7143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022206" y="1432877"/>
                <a:ext cx="762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206" y="1432877"/>
                <a:ext cx="76200" cy="368300"/>
              </a:xfrm>
              <a:prstGeom prst="rect">
                <a:avLst/>
              </a:prstGeom>
              <a:blipFill rotWithShape="1">
                <a:blip r:embed="rId1"/>
                <a:stretch>
                  <a:fillRect l="-657" t="-86" r="-139343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022206" y="1982152"/>
                <a:ext cx="762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206" y="1982152"/>
                <a:ext cx="76200" cy="368300"/>
              </a:xfrm>
              <a:prstGeom prst="rect">
                <a:avLst/>
              </a:prstGeom>
              <a:blipFill rotWithShape="1">
                <a:blip r:embed="rId2"/>
                <a:stretch>
                  <a:fillRect l="-657" t="-86" r="-146009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480166" y="1553332"/>
                <a:ext cx="1812925" cy="3968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166" y="1553332"/>
                <a:ext cx="1812925" cy="396875"/>
              </a:xfrm>
              <a:prstGeom prst="rect">
                <a:avLst/>
              </a:prstGeom>
              <a:blipFill rotWithShape="1">
                <a:blip r:embed="rId3"/>
                <a:stretch>
                  <a:fillRect l="-28" t="-31" r="28" b="-49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弧形 8"/>
          <p:cNvSpPr/>
          <p:nvPr/>
        </p:nvSpPr>
        <p:spPr>
          <a:xfrm>
            <a:off x="5424067" y="1171974"/>
            <a:ext cx="1472400" cy="1472400"/>
          </a:xfrm>
          <a:prstGeom prst="arc">
            <a:avLst>
              <a:gd name="adj1" fmla="val 19429299"/>
              <a:gd name="adj2" fmla="val 2210165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22"/>
          <p:cNvSpPr/>
          <p:nvPr/>
        </p:nvSpPr>
        <p:spPr>
          <a:xfrm flipH="1" flipV="1">
            <a:off x="9369926" y="2391092"/>
            <a:ext cx="1294765" cy="88455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66" h="2317">
                <a:moveTo>
                  <a:pt x="1749" y="0"/>
                </a:moveTo>
                <a:cubicBezTo>
                  <a:pt x="1763" y="0"/>
                  <a:pt x="1777" y="0"/>
                  <a:pt x="1791" y="0"/>
                </a:cubicBezTo>
                <a:lnTo>
                  <a:pt x="1806" y="1"/>
                </a:lnTo>
                <a:lnTo>
                  <a:pt x="3866" y="1"/>
                </a:lnTo>
                <a:lnTo>
                  <a:pt x="3839" y="32"/>
                </a:lnTo>
                <a:cubicBezTo>
                  <a:pt x="3577" y="334"/>
                  <a:pt x="3419" y="728"/>
                  <a:pt x="3419" y="1159"/>
                </a:cubicBezTo>
                <a:cubicBezTo>
                  <a:pt x="3419" y="1591"/>
                  <a:pt x="3577" y="1985"/>
                  <a:pt x="3839" y="2287"/>
                </a:cubicBezTo>
                <a:lnTo>
                  <a:pt x="3865" y="2317"/>
                </a:lnTo>
                <a:lnTo>
                  <a:pt x="1802" y="2317"/>
                </a:lnTo>
                <a:lnTo>
                  <a:pt x="1802" y="2316"/>
                </a:lnTo>
                <a:lnTo>
                  <a:pt x="1787" y="2317"/>
                </a:lnTo>
                <a:cubicBezTo>
                  <a:pt x="1774" y="2317"/>
                  <a:pt x="1762" y="2317"/>
                  <a:pt x="1749" y="2317"/>
                </a:cubicBezTo>
                <a:cubicBezTo>
                  <a:pt x="994" y="2317"/>
                  <a:pt x="337" y="1849"/>
                  <a:pt x="1" y="1160"/>
                </a:cubicBezTo>
                <a:lnTo>
                  <a:pt x="0" y="1159"/>
                </a:lnTo>
                <a:lnTo>
                  <a:pt x="0" y="1159"/>
                </a:lnTo>
                <a:lnTo>
                  <a:pt x="1" y="1156"/>
                </a:lnTo>
                <a:cubicBezTo>
                  <a:pt x="337" y="468"/>
                  <a:pt x="994" y="0"/>
                  <a:pt x="1749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6235566" y="3095942"/>
            <a:ext cx="32289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664691" y="2833687"/>
            <a:ext cx="6191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5923345" y="2911792"/>
                <a:ext cx="473844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345" y="2911792"/>
                <a:ext cx="473844" cy="368300"/>
              </a:xfrm>
              <a:prstGeom prst="rect">
                <a:avLst/>
              </a:prstGeom>
              <a:blipFill rotWithShape="1">
                <a:blip r:embed="rId4"/>
                <a:stretch>
                  <a:fillRect l="-14" t="-86" r="42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10134466" y="2450106"/>
                <a:ext cx="1812925" cy="3968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4466" y="2450106"/>
                <a:ext cx="1812925" cy="396875"/>
              </a:xfrm>
              <a:prstGeom prst="rect">
                <a:avLst/>
              </a:prstGeom>
              <a:blipFill rotWithShape="1">
                <a:blip r:embed="rId5"/>
                <a:stretch>
                  <a:fillRect l="-28" t="-70" r="28" b="-49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弧形 16"/>
          <p:cNvSpPr/>
          <p:nvPr/>
        </p:nvSpPr>
        <p:spPr>
          <a:xfrm>
            <a:off x="7938667" y="2097169"/>
            <a:ext cx="1472400" cy="1472400"/>
          </a:xfrm>
          <a:prstGeom prst="arc">
            <a:avLst>
              <a:gd name="adj1" fmla="val 19429299"/>
              <a:gd name="adj2" fmla="val 2210165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连接符: 肘形 19"/>
          <p:cNvCxnSpPr>
            <a:stCxn id="2" idx="2"/>
          </p:cNvCxnSpPr>
          <p:nvPr/>
        </p:nvCxnSpPr>
        <p:spPr>
          <a:xfrm>
            <a:off x="8150091" y="1908174"/>
            <a:ext cx="1314450" cy="667068"/>
          </a:xfrm>
          <a:prstGeom prst="bentConnector3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63575" y="564515"/>
            <a:ext cx="2681605" cy="2602865"/>
            <a:chOff x="1045" y="889"/>
            <a:chExt cx="5306" cy="5150"/>
          </a:xfrm>
        </p:grpSpPr>
        <p:sp>
          <p:nvSpPr>
            <p:cNvPr id="2" name="矩形 1"/>
            <p:cNvSpPr/>
            <p:nvPr/>
          </p:nvSpPr>
          <p:spPr>
            <a:xfrm>
              <a:off x="1045" y="889"/>
              <a:ext cx="3877" cy="3778"/>
            </a:xfrm>
            <a:prstGeom prst="rect">
              <a:avLst/>
            </a:prstGeom>
            <a:noFill/>
            <a:ln w="254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2475" y="2261"/>
              <a:ext cx="3877" cy="3778"/>
            </a:xfrm>
            <a:prstGeom prst="rect">
              <a:avLst/>
            </a:prstGeom>
            <a:noFill/>
            <a:ln w="254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任意多边形 7"/>
          <p:cNvSpPr/>
          <p:nvPr/>
        </p:nvSpPr>
        <p:spPr>
          <a:xfrm>
            <a:off x="4613275" y="691515"/>
            <a:ext cx="2682240" cy="26028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224" h="4099">
                <a:moveTo>
                  <a:pt x="0" y="0"/>
                </a:moveTo>
                <a:lnTo>
                  <a:pt x="3086" y="0"/>
                </a:lnTo>
                <a:lnTo>
                  <a:pt x="3086" y="1092"/>
                </a:lnTo>
                <a:lnTo>
                  <a:pt x="4224" y="1092"/>
                </a:lnTo>
                <a:lnTo>
                  <a:pt x="4224" y="4099"/>
                </a:lnTo>
                <a:lnTo>
                  <a:pt x="1138" y="4099"/>
                </a:lnTo>
                <a:lnTo>
                  <a:pt x="1138" y="3007"/>
                </a:lnTo>
                <a:lnTo>
                  <a:pt x="0" y="30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254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9083040" y="1384935"/>
            <a:ext cx="1236980" cy="121602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48" h="1915">
                <a:moveTo>
                  <a:pt x="0" y="0"/>
                </a:moveTo>
                <a:lnTo>
                  <a:pt x="1948" y="0"/>
                </a:lnTo>
                <a:lnTo>
                  <a:pt x="1948" y="1915"/>
                </a:lnTo>
                <a:lnTo>
                  <a:pt x="0" y="19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254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360410" y="691515"/>
            <a:ext cx="1959610" cy="1909445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083040" y="1384935"/>
            <a:ext cx="1959610" cy="1909445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NkOTg5MjZlZjEzNTdlYjk5YTg3ZTczZTZlMGJkOG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WPS 演示</Application>
  <PresentationFormat>宽屏</PresentationFormat>
  <Paragraphs>103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Cambria Math</vt:lpstr>
      <vt:lpstr>Times New Roman</vt:lpstr>
      <vt:lpstr>等线</vt:lpstr>
      <vt:lpstr>微软雅黑</vt:lpstr>
      <vt:lpstr>Arial Unicode MS</vt:lpstr>
      <vt:lpstr>等线 Light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喻锦鹏</dc:creator>
  <cp:lastModifiedBy>৫稚̀ 芽ڡ</cp:lastModifiedBy>
  <cp:revision>14</cp:revision>
  <dcterms:created xsi:type="dcterms:W3CDTF">2024-05-27T15:50:00Z</dcterms:created>
  <dcterms:modified xsi:type="dcterms:W3CDTF">2024-06-07T05:15:06Z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426E189F63C04A6A884272AA7D911CB0_12</vt:lpwstr>
  </property>
  <property fmtid="{D5CDD505-2E9C-101B-9397-08002B2CF9AE}" pid="3" name="KSOProductBuildVer">
    <vt:lpwstr>2052-12.1.0.16929</vt:lpwstr>
  </property>
</Properties>
</file>