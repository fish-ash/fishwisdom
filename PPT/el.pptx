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custDataLst>
    <p:tags r:id="rId1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-7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tags" Target="tags/tag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CF729-EF3B-40C4-90BC-C2086AADCC60}" type="datetimeFigureOut">
              <a:rPr lang="zh-CN" altLang="en-US" smtClean="0"/>
              <a:t>2024-05-30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58ADBA-A0F5-48D7-ABCF-49CF523FE9C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/>
          <p:cNvSpPr/>
          <p:nvPr/>
        </p:nvSpPr>
        <p:spPr>
          <a:xfrm>
            <a:off x="2825496" y="5044776"/>
            <a:ext cx="1170432" cy="117043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8196072" y="5044776"/>
            <a:ext cx="1170432" cy="1170432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/>
        </p:nvCxnSpPr>
        <p:spPr>
          <a:xfrm>
            <a:off x="3410712" y="5629992"/>
            <a:ext cx="5370576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 flipV="1">
            <a:off x="3410712" y="668864"/>
            <a:ext cx="2736087" cy="496112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 flipH="1" flipV="1">
            <a:off x="6146799" y="668864"/>
            <a:ext cx="2634489" cy="496112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/>
              <p:cNvSpPr txBox="1"/>
              <p:nvPr/>
            </p:nvSpPr>
            <p:spPr>
              <a:xfrm>
                <a:off x="2318512" y="5663858"/>
                <a:ext cx="21844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文本框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8512" y="5663858"/>
                <a:ext cx="2184400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6" t="-79" r="6" b="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/>
              <p:cNvSpPr txBox="1"/>
              <p:nvPr/>
            </p:nvSpPr>
            <p:spPr>
              <a:xfrm>
                <a:off x="8028940" y="5678143"/>
                <a:ext cx="15046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𝑱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altLang="zh-CN" b="1" dirty="0"/>
              </a:p>
            </p:txBody>
          </p:sp>
        </mc:Choice>
        <mc:Fallback xmlns="">
          <p:sp>
            <p:nvSpPr>
              <p:cNvPr id="42" name="文本框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940" y="5678143"/>
                <a:ext cx="1504696" cy="369332"/>
              </a:xfrm>
              <a:prstGeom prst="rect">
                <a:avLst/>
              </a:prstGeom>
              <a:blipFill rotWithShape="1">
                <a:blip r:embed="rId3"/>
                <a:stretch>
                  <a:fillRect t="-165" r="25" b="1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直接连接符 46"/>
          <p:cNvCxnSpPr/>
          <p:nvPr/>
        </p:nvCxnSpPr>
        <p:spPr>
          <a:xfrm>
            <a:off x="1913467" y="668864"/>
            <a:ext cx="421995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/>
          <p:nvPr/>
        </p:nvCxnSpPr>
        <p:spPr>
          <a:xfrm>
            <a:off x="1913467" y="5621187"/>
            <a:ext cx="149724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>
            <a:off x="2235198" y="668864"/>
            <a:ext cx="0" cy="4952323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本框 59"/>
              <p:cNvSpPr txBox="1"/>
              <p:nvPr/>
            </p:nvSpPr>
            <p:spPr>
              <a:xfrm>
                <a:off x="1445768" y="2960359"/>
                <a:ext cx="11704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</m:oMath>
                  </m:oMathPara>
                </a14:m>
                <a:endParaRPr lang="en-US" altLang="zh-CN" b="1" dirty="0"/>
              </a:p>
            </p:txBody>
          </p:sp>
        </mc:Choice>
        <mc:Fallback xmlns="">
          <p:sp>
            <p:nvSpPr>
              <p:cNvPr id="60" name="文本框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768" y="2960359"/>
                <a:ext cx="1170432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43" t="-169" b="10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本框 60"/>
              <p:cNvSpPr txBox="1"/>
              <p:nvPr/>
            </p:nvSpPr>
            <p:spPr>
              <a:xfrm>
                <a:off x="4765377" y="5209861"/>
                <a:ext cx="27360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US" altLang="zh-CN" b="1" dirty="0"/>
              </a:p>
            </p:txBody>
          </p:sp>
        </mc:Choice>
        <mc:Fallback xmlns="">
          <p:sp>
            <p:nvSpPr>
              <p:cNvPr id="61" name="文本框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377" y="5209861"/>
                <a:ext cx="2736087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12" t="-87" r="8" b="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/>
              <p:cNvSpPr txBox="1"/>
              <p:nvPr/>
            </p:nvSpPr>
            <p:spPr>
              <a:xfrm>
                <a:off x="5324686" y="1323781"/>
                <a:ext cx="16442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1" dirty="0"/>
              </a:p>
            </p:txBody>
          </p:sp>
        </mc:Choice>
        <mc:Fallback xmlns="">
          <p:sp>
            <p:nvSpPr>
              <p:cNvPr id="66" name="文本框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686" y="1323781"/>
                <a:ext cx="1644226" cy="369332"/>
              </a:xfrm>
              <a:prstGeom prst="rect">
                <a:avLst/>
              </a:prstGeom>
              <a:blipFill rotWithShape="1">
                <a:blip r:embed="rId6"/>
                <a:stretch>
                  <a:fillRect l="-13" t="-119" r="26" b="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弧形 66"/>
          <p:cNvSpPr/>
          <p:nvPr/>
        </p:nvSpPr>
        <p:spPr>
          <a:xfrm>
            <a:off x="5768486" y="260156"/>
            <a:ext cx="729868" cy="1063625"/>
          </a:xfrm>
          <a:prstGeom prst="arc">
            <a:avLst>
              <a:gd name="adj1" fmla="val 3090537"/>
              <a:gd name="adj2" fmla="val 7530973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梯形 2"/>
          <p:cNvSpPr/>
          <p:nvPr/>
        </p:nvSpPr>
        <p:spPr>
          <a:xfrm>
            <a:off x="751273" y="751061"/>
            <a:ext cx="3412274" cy="959005"/>
          </a:xfrm>
          <a:prstGeom prst="trapezoid">
            <a:avLst>
              <a:gd name="adj" fmla="val 9631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/>
          <p:cNvCxnSpPr>
            <a:stCxn id="3" idx="1"/>
            <a:endCxn id="3" idx="2"/>
          </p:cNvCxnSpPr>
          <p:nvPr/>
        </p:nvCxnSpPr>
        <p:spPr>
          <a:xfrm>
            <a:off x="1213120" y="1230564"/>
            <a:ext cx="1244290" cy="47950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/>
          <p:cNvCxnSpPr>
            <a:stCxn id="3" idx="2"/>
            <a:endCxn id="3" idx="3"/>
          </p:cNvCxnSpPr>
          <p:nvPr/>
        </p:nvCxnSpPr>
        <p:spPr>
          <a:xfrm flipV="1">
            <a:off x="2457410" y="1230564"/>
            <a:ext cx="1244290" cy="47950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V="1">
            <a:off x="3701700" y="3141913"/>
            <a:ext cx="688216" cy="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663303" y="3180014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519008" y="3108046"/>
            <a:ext cx="143934" cy="143934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568115" y="315715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" name="直接连接符 19"/>
          <p:cNvCxnSpPr/>
          <p:nvPr/>
        </p:nvCxnSpPr>
        <p:spPr>
          <a:xfrm rot="16200000">
            <a:off x="316066" y="2833137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/>
              <p:cNvSpPr txBox="1"/>
              <p:nvPr/>
            </p:nvSpPr>
            <p:spPr>
              <a:xfrm>
                <a:off x="452937" y="3180519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37" y="3180519"/>
                <a:ext cx="230355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79" t="-119" r="14" b="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接连接符 21"/>
          <p:cNvCxnSpPr/>
          <p:nvPr/>
        </p:nvCxnSpPr>
        <p:spPr>
          <a:xfrm>
            <a:off x="4534211" y="3141914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 rot="16200000">
            <a:off x="4186974" y="2795036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/>
              <p:cNvSpPr txBox="1"/>
              <p:nvPr/>
            </p:nvSpPr>
            <p:spPr>
              <a:xfrm>
                <a:off x="4285541" y="3178924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541" y="3178924"/>
                <a:ext cx="230355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244" t="-31" r="-14983" b="1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/>
              <p:cNvSpPr txBox="1"/>
              <p:nvPr/>
            </p:nvSpPr>
            <p:spPr>
              <a:xfrm>
                <a:off x="938211" y="2804588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211" y="2804588"/>
                <a:ext cx="230355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137" t="-116" r="72" b="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/>
              <p:cNvSpPr txBox="1"/>
              <p:nvPr/>
            </p:nvSpPr>
            <p:spPr>
              <a:xfrm>
                <a:off x="581061" y="2393636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2" name="文本框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061" y="2393636"/>
                <a:ext cx="230355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16" t="-87" r="226" b="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/>
              <p:cNvSpPr txBox="1"/>
              <p:nvPr/>
            </p:nvSpPr>
            <p:spPr>
              <a:xfrm>
                <a:off x="4945990" y="3085573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3" name="文本框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990" y="3085573"/>
                <a:ext cx="230355" cy="369332"/>
              </a:xfrm>
              <a:prstGeom prst="rect">
                <a:avLst/>
              </a:prstGeom>
              <a:blipFill rotWithShape="1">
                <a:blip r:embed="rId6"/>
                <a:stretch>
                  <a:fillRect l="-265" t="-29" r="-10275" b="1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/>
              <p:cNvSpPr txBox="1"/>
              <p:nvPr/>
            </p:nvSpPr>
            <p:spPr>
              <a:xfrm>
                <a:off x="4507079" y="2406416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4" name="文本框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7079" y="2406416"/>
                <a:ext cx="230355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210" t="-109" r="-13087" b="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梯形 34"/>
          <p:cNvSpPr/>
          <p:nvPr/>
        </p:nvSpPr>
        <p:spPr>
          <a:xfrm>
            <a:off x="751273" y="4996208"/>
            <a:ext cx="3412274" cy="959005"/>
          </a:xfrm>
          <a:prstGeom prst="trapezoid">
            <a:avLst>
              <a:gd name="adj" fmla="val 96318"/>
            </a:avLst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箭头连接符 35"/>
          <p:cNvCxnSpPr>
            <a:stCxn id="35" idx="1"/>
            <a:endCxn id="35" idx="2"/>
          </p:cNvCxnSpPr>
          <p:nvPr/>
        </p:nvCxnSpPr>
        <p:spPr>
          <a:xfrm>
            <a:off x="1213120" y="5475711"/>
            <a:ext cx="1244290" cy="47950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/>
          <p:cNvCxnSpPr>
            <a:stCxn id="35" idx="2"/>
            <a:endCxn id="35" idx="3"/>
          </p:cNvCxnSpPr>
          <p:nvPr/>
        </p:nvCxnSpPr>
        <p:spPr>
          <a:xfrm flipV="1">
            <a:off x="2457410" y="5475711"/>
            <a:ext cx="1244290" cy="47950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>
            <a:stCxn id="35" idx="3"/>
          </p:cNvCxnSpPr>
          <p:nvPr/>
        </p:nvCxnSpPr>
        <p:spPr>
          <a:xfrm flipV="1">
            <a:off x="3701700" y="5475710"/>
            <a:ext cx="688216" cy="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/>
        </p:nvCxnSpPr>
        <p:spPr>
          <a:xfrm>
            <a:off x="663303" y="5475711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椭圆 39"/>
          <p:cNvSpPr/>
          <p:nvPr/>
        </p:nvSpPr>
        <p:spPr>
          <a:xfrm>
            <a:off x="519008" y="5403743"/>
            <a:ext cx="143934" cy="143934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2" name="直接连接符 41"/>
          <p:cNvCxnSpPr/>
          <p:nvPr/>
        </p:nvCxnSpPr>
        <p:spPr>
          <a:xfrm rot="16200000">
            <a:off x="316066" y="5128834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/>
              <p:cNvSpPr txBox="1"/>
              <p:nvPr/>
            </p:nvSpPr>
            <p:spPr>
              <a:xfrm>
                <a:off x="596634" y="4717242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3" name="文本框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4" y="4717242"/>
                <a:ext cx="230355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160" t="-125" r="95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接连接符 43"/>
          <p:cNvCxnSpPr/>
          <p:nvPr/>
        </p:nvCxnSpPr>
        <p:spPr>
          <a:xfrm>
            <a:off x="4534211" y="5475711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/>
          <p:cNvCxnSpPr/>
          <p:nvPr/>
        </p:nvCxnSpPr>
        <p:spPr>
          <a:xfrm rot="5400000" flipV="1">
            <a:off x="4190796" y="5832031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/>
              <p:cNvSpPr txBox="1"/>
              <p:nvPr/>
            </p:nvSpPr>
            <p:spPr>
              <a:xfrm>
                <a:off x="4497452" y="5795533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8" name="文本框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452" y="5795533"/>
                <a:ext cx="230355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166" t="-142" r="-15061" b="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本框 48"/>
              <p:cNvSpPr txBox="1"/>
              <p:nvPr/>
            </p:nvSpPr>
            <p:spPr>
              <a:xfrm>
                <a:off x="938211" y="5100285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9" name="文本框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211" y="5100285"/>
                <a:ext cx="230355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137" t="-162" r="72" b="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本框 49"/>
              <p:cNvSpPr txBox="1"/>
              <p:nvPr/>
            </p:nvSpPr>
            <p:spPr>
              <a:xfrm>
                <a:off x="244873" y="5262304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50" name="文本框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873" y="5262304"/>
                <a:ext cx="230355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173" t="-16" r="108" b="1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/>
              <p:cNvSpPr txBox="1"/>
              <p:nvPr/>
            </p:nvSpPr>
            <p:spPr>
              <a:xfrm>
                <a:off x="4945990" y="5419370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1" name="文本框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990" y="5419370"/>
                <a:ext cx="230355" cy="369332"/>
              </a:xfrm>
              <a:prstGeom prst="rect">
                <a:avLst/>
              </a:prstGeom>
              <a:blipFill rotWithShape="1">
                <a:blip r:embed="rId6"/>
                <a:stretch>
                  <a:fillRect l="-265" t="-76" r="-10275" b="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本框 51"/>
              <p:cNvSpPr txBox="1"/>
              <p:nvPr/>
            </p:nvSpPr>
            <p:spPr>
              <a:xfrm>
                <a:off x="4439023" y="5093439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2" name="文本框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9023" y="5093439"/>
                <a:ext cx="230355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162" t="-28" r="-13135" b="1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矩形 52"/>
          <p:cNvSpPr/>
          <p:nvPr/>
        </p:nvSpPr>
        <p:spPr>
          <a:xfrm>
            <a:off x="751272" y="2758788"/>
            <a:ext cx="3412273" cy="77215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5" name="直接连接符 54"/>
          <p:cNvCxnSpPr/>
          <p:nvPr/>
        </p:nvCxnSpPr>
        <p:spPr>
          <a:xfrm>
            <a:off x="1676400" y="2758788"/>
            <a:ext cx="0" cy="772158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/>
          <p:nvPr/>
        </p:nvCxnSpPr>
        <p:spPr>
          <a:xfrm>
            <a:off x="3246120" y="2758788"/>
            <a:ext cx="0" cy="772158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663303" y="1230564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椭圆 90"/>
          <p:cNvSpPr/>
          <p:nvPr/>
        </p:nvSpPr>
        <p:spPr>
          <a:xfrm>
            <a:off x="519008" y="1158596"/>
            <a:ext cx="143934" cy="143934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568115" y="120770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3" name="直接连接符 92"/>
          <p:cNvCxnSpPr/>
          <p:nvPr/>
        </p:nvCxnSpPr>
        <p:spPr>
          <a:xfrm rot="16200000">
            <a:off x="316066" y="883687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本框 93"/>
              <p:cNvSpPr txBox="1"/>
              <p:nvPr/>
            </p:nvSpPr>
            <p:spPr>
              <a:xfrm>
                <a:off x="452937" y="1231069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4" name="文本框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37" y="1231069"/>
                <a:ext cx="230355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79" t="-119" r="14" b="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本框 94"/>
              <p:cNvSpPr txBox="1"/>
              <p:nvPr/>
            </p:nvSpPr>
            <p:spPr>
              <a:xfrm>
                <a:off x="938211" y="855138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5" name="文本框 9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211" y="855138"/>
                <a:ext cx="230355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137" t="-116" r="72" b="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本框 95"/>
              <p:cNvSpPr txBox="1"/>
              <p:nvPr/>
            </p:nvSpPr>
            <p:spPr>
              <a:xfrm>
                <a:off x="581061" y="444186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96" name="文本框 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061" y="444186"/>
                <a:ext cx="230355" cy="369332"/>
              </a:xfrm>
              <a:prstGeom prst="rect">
                <a:avLst/>
              </a:prstGeom>
              <a:blipFill rotWithShape="1">
                <a:blip r:embed="rId5"/>
                <a:stretch>
                  <a:fillRect l="-16" t="-87" r="226" b="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直接连接符 96"/>
          <p:cNvCxnSpPr>
            <a:endCxn id="99" idx="2"/>
          </p:cNvCxnSpPr>
          <p:nvPr/>
        </p:nvCxnSpPr>
        <p:spPr>
          <a:xfrm flipV="1">
            <a:off x="3701700" y="1230563"/>
            <a:ext cx="688216" cy="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/>
          <p:nvPr/>
        </p:nvCxnSpPr>
        <p:spPr>
          <a:xfrm>
            <a:off x="4534211" y="1230564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椭圆 98"/>
          <p:cNvSpPr/>
          <p:nvPr/>
        </p:nvSpPr>
        <p:spPr>
          <a:xfrm>
            <a:off x="4389916" y="1158596"/>
            <a:ext cx="143934" cy="143934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椭圆 99"/>
          <p:cNvSpPr/>
          <p:nvPr/>
        </p:nvSpPr>
        <p:spPr>
          <a:xfrm>
            <a:off x="4439023" y="120770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1" name="直接连接符 100"/>
          <p:cNvCxnSpPr/>
          <p:nvPr/>
        </p:nvCxnSpPr>
        <p:spPr>
          <a:xfrm rot="5400000" flipV="1">
            <a:off x="4190796" y="1586884"/>
            <a:ext cx="549817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文本框 101"/>
              <p:cNvSpPr txBox="1"/>
              <p:nvPr/>
            </p:nvSpPr>
            <p:spPr>
              <a:xfrm>
                <a:off x="4382275" y="753280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2" name="文本框 1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2275" y="753280"/>
                <a:ext cx="230355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61" t="-46" r="-15166" b="1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本框 102"/>
              <p:cNvSpPr txBox="1"/>
              <p:nvPr/>
            </p:nvSpPr>
            <p:spPr>
              <a:xfrm>
                <a:off x="4945990" y="1174223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3" name="文本框 10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990" y="1174223"/>
                <a:ext cx="230355" cy="369332"/>
              </a:xfrm>
              <a:prstGeom prst="rect">
                <a:avLst/>
              </a:prstGeom>
              <a:blipFill rotWithShape="1">
                <a:blip r:embed="rId6"/>
                <a:stretch>
                  <a:fillRect l="-265" t="-29" r="-10275" b="1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本框 103"/>
              <p:cNvSpPr txBox="1"/>
              <p:nvPr/>
            </p:nvSpPr>
            <p:spPr>
              <a:xfrm>
                <a:off x="4520076" y="1600401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4" name="文本框 10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0076" y="1600401"/>
                <a:ext cx="230355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63" t="-54" r="-13233" b="1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直接连接符 107"/>
          <p:cNvCxnSpPr>
            <a:stCxn id="40" idx="1"/>
            <a:endCxn id="40" idx="5"/>
          </p:cNvCxnSpPr>
          <p:nvPr/>
        </p:nvCxnSpPr>
        <p:spPr>
          <a:xfrm>
            <a:off x="540087" y="5424822"/>
            <a:ext cx="101776" cy="10177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40" idx="7"/>
            <a:endCxn id="40" idx="3"/>
          </p:cNvCxnSpPr>
          <p:nvPr/>
        </p:nvCxnSpPr>
        <p:spPr>
          <a:xfrm flipH="1">
            <a:off x="540087" y="5424822"/>
            <a:ext cx="101776" cy="10177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4395638" y="5402603"/>
            <a:ext cx="143934" cy="143934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4" name="直接连接符 113"/>
          <p:cNvCxnSpPr>
            <a:stCxn id="113" idx="1"/>
            <a:endCxn id="113" idx="5"/>
          </p:cNvCxnSpPr>
          <p:nvPr/>
        </p:nvCxnSpPr>
        <p:spPr>
          <a:xfrm>
            <a:off x="4416717" y="5423682"/>
            <a:ext cx="101776" cy="10177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13" idx="7"/>
            <a:endCxn id="113" idx="3"/>
          </p:cNvCxnSpPr>
          <p:nvPr/>
        </p:nvCxnSpPr>
        <p:spPr>
          <a:xfrm flipH="1">
            <a:off x="4416717" y="5423682"/>
            <a:ext cx="101776" cy="10177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椭圆 115"/>
          <p:cNvSpPr/>
          <p:nvPr/>
        </p:nvSpPr>
        <p:spPr>
          <a:xfrm>
            <a:off x="4393041" y="3069475"/>
            <a:ext cx="143934" cy="143934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7" name="直接连接符 116"/>
          <p:cNvCxnSpPr>
            <a:stCxn id="116" idx="1"/>
            <a:endCxn id="116" idx="5"/>
          </p:cNvCxnSpPr>
          <p:nvPr/>
        </p:nvCxnSpPr>
        <p:spPr>
          <a:xfrm>
            <a:off x="4414120" y="3090554"/>
            <a:ext cx="101776" cy="10177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16" idx="7"/>
            <a:endCxn id="116" idx="3"/>
          </p:cNvCxnSpPr>
          <p:nvPr/>
        </p:nvCxnSpPr>
        <p:spPr>
          <a:xfrm flipH="1">
            <a:off x="4414120" y="3090554"/>
            <a:ext cx="101776" cy="101776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/>
          <p:cNvCxnSpPr/>
          <p:nvPr/>
        </p:nvCxnSpPr>
        <p:spPr>
          <a:xfrm>
            <a:off x="7807036" y="1011645"/>
            <a:ext cx="915324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连接符 124"/>
          <p:cNvCxnSpPr/>
          <p:nvPr/>
        </p:nvCxnSpPr>
        <p:spPr>
          <a:xfrm>
            <a:off x="7807036" y="1003470"/>
            <a:ext cx="0" cy="104377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文本框 125"/>
              <p:cNvSpPr txBox="1"/>
              <p:nvPr/>
            </p:nvSpPr>
            <p:spPr>
              <a:xfrm flipH="1">
                <a:off x="6927856" y="1253422"/>
                <a:ext cx="2303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6" name="文本框 1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27856" y="1253422"/>
                <a:ext cx="230349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3" t="-154" r="-15227" b="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/>
              <p:cNvSpPr txBox="1"/>
              <p:nvPr/>
            </p:nvSpPr>
            <p:spPr>
              <a:xfrm>
                <a:off x="8412848" y="634138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7" name="文本框 1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848" y="634138"/>
                <a:ext cx="230355" cy="369332"/>
              </a:xfrm>
              <a:prstGeom prst="rect">
                <a:avLst/>
              </a:prstGeom>
              <a:blipFill rotWithShape="1">
                <a:blip r:embed="rId6"/>
                <a:stretch>
                  <a:fillRect l="-160" t="-110" r="-10380" b="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本框 127"/>
              <p:cNvSpPr txBox="1"/>
              <p:nvPr/>
            </p:nvSpPr>
            <p:spPr>
              <a:xfrm>
                <a:off x="7852468" y="1807173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28" name="文本框 1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2468" y="1807173"/>
                <a:ext cx="230355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25" t="-162" r="-13272" b="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7" name="直接箭头连接符 136"/>
          <p:cNvCxnSpPr/>
          <p:nvPr/>
        </p:nvCxnSpPr>
        <p:spPr>
          <a:xfrm flipH="1">
            <a:off x="7223760" y="1011645"/>
            <a:ext cx="588149" cy="566246"/>
          </a:xfrm>
          <a:prstGeom prst="straightConnector1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连接符 139"/>
          <p:cNvCxnSpPr/>
          <p:nvPr/>
        </p:nvCxnSpPr>
        <p:spPr>
          <a:xfrm>
            <a:off x="6424067" y="3680337"/>
            <a:ext cx="915324" cy="0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142"/>
          <p:cNvCxnSpPr/>
          <p:nvPr/>
        </p:nvCxnSpPr>
        <p:spPr>
          <a:xfrm flipV="1">
            <a:off x="6424067" y="2653197"/>
            <a:ext cx="0" cy="1040017"/>
          </a:xfrm>
          <a:prstGeom prst="line">
            <a:avLst/>
          </a:prstGeom>
          <a:ln w="25400">
            <a:solidFill>
              <a:schemeClr val="tx1"/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文本框 143"/>
              <p:cNvSpPr txBox="1"/>
              <p:nvPr/>
            </p:nvSpPr>
            <p:spPr>
              <a:xfrm flipH="1">
                <a:off x="7208791" y="2867174"/>
                <a:ext cx="1362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4" name="文本框 1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8791" y="2867174"/>
                <a:ext cx="136293" cy="369332"/>
              </a:xfrm>
              <a:prstGeom prst="rect">
                <a:avLst/>
              </a:prstGeom>
              <a:blipFill rotWithShape="1">
                <a:blip r:embed="rId8"/>
                <a:stretch>
                  <a:fillRect l="-199" t="-40" r="-77312" b="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本框 144"/>
              <p:cNvSpPr txBox="1"/>
              <p:nvPr/>
            </p:nvSpPr>
            <p:spPr>
              <a:xfrm>
                <a:off x="7224213" y="3657476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5" name="文本框 1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4213" y="3657476"/>
                <a:ext cx="230355" cy="369332"/>
              </a:xfrm>
              <a:prstGeom prst="rect">
                <a:avLst/>
              </a:prstGeom>
              <a:blipFill rotWithShape="1">
                <a:blip r:embed="rId6"/>
                <a:stretch>
                  <a:fillRect l="-197" t="-138" r="-10344" b="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本框 145"/>
              <p:cNvSpPr txBox="1"/>
              <p:nvPr/>
            </p:nvSpPr>
            <p:spPr>
              <a:xfrm>
                <a:off x="6383405" y="2393636"/>
                <a:ext cx="2303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46" name="文本框 1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405" y="2393636"/>
                <a:ext cx="230355" cy="369332"/>
              </a:xfrm>
              <a:prstGeom prst="rect">
                <a:avLst/>
              </a:prstGeom>
              <a:blipFill rotWithShape="1">
                <a:blip r:embed="rId7"/>
                <a:stretch>
                  <a:fillRect l="-167" t="-87" r="-13130" b="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7" name="直接箭头连接符 146"/>
          <p:cNvCxnSpPr/>
          <p:nvPr/>
        </p:nvCxnSpPr>
        <p:spPr>
          <a:xfrm flipH="1">
            <a:off x="6431052" y="2951355"/>
            <a:ext cx="755068" cy="716106"/>
          </a:xfrm>
          <a:prstGeom prst="straightConnector1">
            <a:avLst/>
          </a:prstGeom>
          <a:ln w="25400">
            <a:solidFill>
              <a:schemeClr val="tx1"/>
            </a:solidFill>
            <a:headEnd type="arrow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91B31AC8-4EF2-97C0-92D6-D0CBA4FC0FDC}"/>
              </a:ext>
            </a:extLst>
          </p:cNvPr>
          <p:cNvGrpSpPr/>
          <p:nvPr/>
        </p:nvGrpSpPr>
        <p:grpSpPr>
          <a:xfrm>
            <a:off x="604520" y="1707515"/>
            <a:ext cx="3905885" cy="917575"/>
            <a:chOff x="604520" y="1707515"/>
            <a:chExt cx="3905885" cy="917575"/>
          </a:xfrm>
        </p:grpSpPr>
        <p:grpSp>
          <p:nvGrpSpPr>
            <p:cNvPr id="32" name="组合 31"/>
            <p:cNvGrpSpPr/>
            <p:nvPr/>
          </p:nvGrpSpPr>
          <p:grpSpPr>
            <a:xfrm>
              <a:off x="817880" y="1740535"/>
              <a:ext cx="2533015" cy="884555"/>
              <a:chOff x="1288" y="2741"/>
              <a:chExt cx="6633" cy="2316"/>
            </a:xfrm>
          </p:grpSpPr>
          <p:sp>
            <p:nvSpPr>
              <p:cNvPr id="3" name="任意多边形 2"/>
              <p:cNvSpPr/>
              <p:nvPr/>
            </p:nvSpPr>
            <p:spPr>
              <a:xfrm>
                <a:off x="2909" y="2741"/>
                <a:ext cx="3392" cy="2316"/>
              </a:xfrm>
              <a:custGeom>
                <a:avLst/>
                <a:gdLst>
                  <a:gd name="idx" fmla="cos wd2 2700000"/>
                  <a:gd name="idy" fmla="sin hd2 2700000"/>
                  <a:gd name="il" fmla="+- hc 0 idx"/>
                  <a:gd name="ir" fmla="+- hc idx 0"/>
                  <a:gd name="it" fmla="+- vc 0 idy"/>
                  <a:gd name="ib" fmla="+- vc idy 0"/>
                </a:gdLst>
                <a:ahLst/>
                <a:cxnLst>
                  <a:cxn ang="3cd4">
                    <a:pos x="hc" y="t"/>
                  </a:cxn>
                  <a:cxn ang="3cd4">
                    <a:pos x="il" y="it"/>
                  </a:cxn>
                  <a:cxn ang="cd2">
                    <a:pos x="l" y="vc"/>
                  </a:cxn>
                  <a:cxn ang="cd4">
                    <a:pos x="il" y="ib"/>
                  </a:cxn>
                  <a:cxn ang="cd4">
                    <a:pos x="hc" y="b"/>
                  </a:cxn>
                  <a:cxn ang="cd4">
                    <a:pos x="ir" y="ib"/>
                  </a:cxn>
                  <a:cxn ang="0">
                    <a:pos x="r" y="vc"/>
                  </a:cxn>
                  <a:cxn ang="3cd4">
                    <a:pos x="ir" y="it"/>
                  </a:cxn>
                </a:cxnLst>
                <a:rect l="l" t="t" r="r" b="b"/>
                <a:pathLst>
                  <a:path w="3392" h="2316">
                    <a:moveTo>
                      <a:pt x="0" y="0"/>
                    </a:moveTo>
                    <a:lnTo>
                      <a:pt x="2235" y="0"/>
                    </a:lnTo>
                    <a:lnTo>
                      <a:pt x="2245" y="0"/>
                    </a:lnTo>
                    <a:lnTo>
                      <a:pt x="2245" y="0"/>
                    </a:lnTo>
                    <a:lnTo>
                      <a:pt x="2264" y="0"/>
                    </a:lnTo>
                    <a:cubicBezTo>
                      <a:pt x="2890" y="16"/>
                      <a:pt x="3392" y="528"/>
                      <a:pt x="3392" y="1158"/>
                    </a:cubicBezTo>
                    <a:cubicBezTo>
                      <a:pt x="3392" y="1787"/>
                      <a:pt x="2890" y="2299"/>
                      <a:pt x="2264" y="2315"/>
                    </a:cubicBezTo>
                    <a:lnTo>
                      <a:pt x="2245" y="2315"/>
                    </a:lnTo>
                    <a:lnTo>
                      <a:pt x="2245" y="2316"/>
                    </a:lnTo>
                    <a:lnTo>
                      <a:pt x="0" y="2316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6" name="直接连接符 25"/>
              <p:cNvCxnSpPr/>
              <p:nvPr/>
            </p:nvCxnSpPr>
            <p:spPr>
              <a:xfrm>
                <a:off x="1288" y="3219"/>
                <a:ext cx="1621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/>
              <p:cNvCxnSpPr/>
              <p:nvPr/>
            </p:nvCxnSpPr>
            <p:spPr>
              <a:xfrm>
                <a:off x="1288" y="4586"/>
                <a:ext cx="1621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/>
              <p:nvPr/>
            </p:nvCxnSpPr>
            <p:spPr>
              <a:xfrm>
                <a:off x="6301" y="3899"/>
                <a:ext cx="1621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文本框 29"/>
                <p:cNvSpPr txBox="1"/>
                <p:nvPr/>
              </p:nvSpPr>
              <p:spPr>
                <a:xfrm>
                  <a:off x="604520" y="1707515"/>
                  <a:ext cx="76200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altLang="zh-CN"/>
                </a:p>
              </p:txBody>
            </p:sp>
          </mc:Choice>
          <mc:Fallback>
            <p:sp>
              <p:nvSpPr>
                <p:cNvPr id="30" name="文本框 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520" y="1707515"/>
                  <a:ext cx="76200" cy="368300"/>
                </a:xfrm>
                <a:prstGeom prst="rect">
                  <a:avLst/>
                </a:prstGeom>
                <a:blipFill>
                  <a:blip r:embed="rId2"/>
                  <a:stretch>
                    <a:fillRect l="-53846" r="-23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文本框 30"/>
                <p:cNvSpPr txBox="1"/>
                <p:nvPr/>
              </p:nvSpPr>
              <p:spPr>
                <a:xfrm>
                  <a:off x="604520" y="2256790"/>
                  <a:ext cx="76200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altLang="zh-CN"/>
                </a:p>
              </p:txBody>
            </p:sp>
          </mc:Choice>
          <mc:Fallback>
            <p:sp>
              <p:nvSpPr>
                <p:cNvPr id="31" name="文本框 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520" y="2256790"/>
                  <a:ext cx="76200" cy="368300"/>
                </a:xfrm>
                <a:prstGeom prst="rect">
                  <a:avLst/>
                </a:prstGeom>
                <a:blipFill>
                  <a:blip r:embed="rId3"/>
                  <a:stretch>
                    <a:fillRect l="-53846" r="-2461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文本框 32"/>
                <p:cNvSpPr txBox="1"/>
                <p:nvPr/>
              </p:nvSpPr>
              <p:spPr>
                <a:xfrm>
                  <a:off x="2697480" y="1740535"/>
                  <a:ext cx="1812925" cy="3968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𝐿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 =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∙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altLang="zh-CN" i="1"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i="1"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7480" y="1740535"/>
                  <a:ext cx="1812925" cy="396875"/>
                </a:xfrm>
                <a:prstGeom prst="rect">
                  <a:avLst/>
                </a:prstGeom>
                <a:blipFill>
                  <a:blip r:embed="rId4"/>
                  <a:stretch>
                    <a:fillRect b="-3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C0FF7CD8-90C0-B16E-8D0C-150D586B1825}"/>
              </a:ext>
            </a:extLst>
          </p:cNvPr>
          <p:cNvGrpSpPr/>
          <p:nvPr/>
        </p:nvGrpSpPr>
        <p:grpSpPr>
          <a:xfrm>
            <a:off x="518160" y="3523615"/>
            <a:ext cx="3905885" cy="917575"/>
            <a:chOff x="518160" y="3523615"/>
            <a:chExt cx="3905885" cy="917575"/>
          </a:xfrm>
        </p:grpSpPr>
        <p:sp>
          <p:nvSpPr>
            <p:cNvPr id="23" name="任意多边形 22"/>
            <p:cNvSpPr/>
            <p:nvPr/>
          </p:nvSpPr>
          <p:spPr>
            <a:xfrm flipH="1" flipV="1">
              <a:off x="1351280" y="3556635"/>
              <a:ext cx="1294765" cy="884555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3866" h="2317">
                  <a:moveTo>
                    <a:pt x="1749" y="0"/>
                  </a:moveTo>
                  <a:cubicBezTo>
                    <a:pt x="1763" y="0"/>
                    <a:pt x="1777" y="0"/>
                    <a:pt x="1791" y="0"/>
                  </a:cubicBezTo>
                  <a:lnTo>
                    <a:pt x="1806" y="1"/>
                  </a:lnTo>
                  <a:lnTo>
                    <a:pt x="3866" y="1"/>
                  </a:lnTo>
                  <a:lnTo>
                    <a:pt x="3839" y="32"/>
                  </a:lnTo>
                  <a:cubicBezTo>
                    <a:pt x="3577" y="334"/>
                    <a:pt x="3419" y="728"/>
                    <a:pt x="3419" y="1159"/>
                  </a:cubicBezTo>
                  <a:cubicBezTo>
                    <a:pt x="3419" y="1591"/>
                    <a:pt x="3577" y="1985"/>
                    <a:pt x="3839" y="2287"/>
                  </a:cubicBezTo>
                  <a:lnTo>
                    <a:pt x="3865" y="2317"/>
                  </a:lnTo>
                  <a:lnTo>
                    <a:pt x="1802" y="2317"/>
                  </a:lnTo>
                  <a:lnTo>
                    <a:pt x="1802" y="2316"/>
                  </a:lnTo>
                  <a:lnTo>
                    <a:pt x="1787" y="2317"/>
                  </a:lnTo>
                  <a:cubicBezTo>
                    <a:pt x="1774" y="2317"/>
                    <a:pt x="1762" y="2317"/>
                    <a:pt x="1749" y="2317"/>
                  </a:cubicBezTo>
                  <a:cubicBezTo>
                    <a:pt x="994" y="2317"/>
                    <a:pt x="337" y="1849"/>
                    <a:pt x="1" y="1160"/>
                  </a:cubicBezTo>
                  <a:lnTo>
                    <a:pt x="0" y="1159"/>
                  </a:lnTo>
                  <a:lnTo>
                    <a:pt x="0" y="1159"/>
                  </a:lnTo>
                  <a:lnTo>
                    <a:pt x="1" y="1156"/>
                  </a:lnTo>
                  <a:cubicBezTo>
                    <a:pt x="337" y="468"/>
                    <a:pt x="994" y="0"/>
                    <a:pt x="1749" y="0"/>
                  </a:cubicBezTo>
                  <a:close/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cxnSp>
          <p:nvCxnSpPr>
            <p:cNvPr id="36" name="直接连接符 35"/>
            <p:cNvCxnSpPr/>
            <p:nvPr/>
          </p:nvCxnSpPr>
          <p:spPr>
            <a:xfrm>
              <a:off x="731520" y="3739515"/>
              <a:ext cx="7302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7" name="直接连接符 36"/>
            <p:cNvCxnSpPr/>
            <p:nvPr/>
          </p:nvCxnSpPr>
          <p:spPr>
            <a:xfrm>
              <a:off x="731520" y="4261485"/>
              <a:ext cx="71437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/>
            <p:nvPr/>
          </p:nvCxnSpPr>
          <p:spPr>
            <a:xfrm>
              <a:off x="2646045" y="3999230"/>
              <a:ext cx="61912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文本框 38"/>
                <p:cNvSpPr txBox="1"/>
                <p:nvPr/>
              </p:nvSpPr>
              <p:spPr>
                <a:xfrm>
                  <a:off x="518160" y="3523615"/>
                  <a:ext cx="76200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altLang="zh-CN"/>
                </a:p>
              </p:txBody>
            </p:sp>
          </mc:Choice>
          <mc:Fallback>
            <p:sp>
              <p:nvSpPr>
                <p:cNvPr id="39" name="文本框 3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160" y="3523615"/>
                  <a:ext cx="76200" cy="368300"/>
                </a:xfrm>
                <a:prstGeom prst="rect">
                  <a:avLst/>
                </a:prstGeom>
                <a:blipFill>
                  <a:blip r:embed="rId5"/>
                  <a:stretch>
                    <a:fillRect l="-53846" r="-23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文本框 39"/>
                <p:cNvSpPr txBox="1"/>
                <p:nvPr/>
              </p:nvSpPr>
              <p:spPr>
                <a:xfrm>
                  <a:off x="518160" y="4072890"/>
                  <a:ext cx="76200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altLang="zh-CN"/>
                </a:p>
              </p:txBody>
            </p:sp>
          </mc:Choice>
          <mc:Fallback>
            <p:sp>
              <p:nvSpPr>
                <p:cNvPr id="40" name="文本框 3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160" y="4072890"/>
                  <a:ext cx="76200" cy="368300"/>
                </a:xfrm>
                <a:prstGeom prst="rect">
                  <a:avLst/>
                </a:prstGeom>
                <a:blipFill>
                  <a:blip r:embed="rId6"/>
                  <a:stretch>
                    <a:fillRect l="-53846" r="-2461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文本框 40"/>
                <p:cNvSpPr txBox="1"/>
                <p:nvPr/>
              </p:nvSpPr>
              <p:spPr>
                <a:xfrm>
                  <a:off x="2611120" y="3556635"/>
                  <a:ext cx="1812925" cy="3968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𝐿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 =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𝐴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+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en-US" altLang="zh-CN" i="1"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i="1"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1" name="文本框 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1120" y="3556635"/>
                  <a:ext cx="1812925" cy="396875"/>
                </a:xfrm>
                <a:prstGeom prst="rect">
                  <a:avLst/>
                </a:prstGeom>
                <a:blipFill>
                  <a:blip r:embed="rId7"/>
                  <a:stretch>
                    <a:fillRect b="-378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3C049A94-4A64-44FA-0B85-7ED319B145CB}"/>
              </a:ext>
            </a:extLst>
          </p:cNvPr>
          <p:cNvGrpSpPr/>
          <p:nvPr/>
        </p:nvGrpSpPr>
        <p:grpSpPr>
          <a:xfrm>
            <a:off x="642620" y="5047883"/>
            <a:ext cx="3079115" cy="890270"/>
            <a:chOff x="7205980" y="3063240"/>
            <a:chExt cx="3079115" cy="890270"/>
          </a:xfrm>
        </p:grpSpPr>
        <p:sp>
          <p:nvSpPr>
            <p:cNvPr id="25" name="椭圆 24"/>
            <p:cNvSpPr/>
            <p:nvPr/>
          </p:nvSpPr>
          <p:spPr>
            <a:xfrm>
              <a:off x="8868200" y="3435773"/>
              <a:ext cx="143934" cy="143934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等腰三角形 44"/>
            <p:cNvSpPr/>
            <p:nvPr/>
          </p:nvSpPr>
          <p:spPr>
            <a:xfrm rot="5400000">
              <a:off x="8027035" y="3122930"/>
              <a:ext cx="890270" cy="770890"/>
            </a:xfrm>
            <a:prstGeom prst="triangl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" name="直接连接符 49"/>
            <p:cNvCxnSpPr/>
            <p:nvPr/>
          </p:nvCxnSpPr>
          <p:spPr>
            <a:xfrm>
              <a:off x="7457440" y="3507740"/>
              <a:ext cx="61912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/>
            <p:nvPr/>
          </p:nvCxnSpPr>
          <p:spPr>
            <a:xfrm>
              <a:off x="9010017" y="3507740"/>
              <a:ext cx="61912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文本框 52"/>
                <p:cNvSpPr txBox="1"/>
                <p:nvPr/>
              </p:nvSpPr>
              <p:spPr>
                <a:xfrm>
                  <a:off x="7205980" y="3323590"/>
                  <a:ext cx="76200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en-US" altLang="zh-CN" dirty="0"/>
                </a:p>
              </p:txBody>
            </p:sp>
          </mc:Choice>
          <mc:Fallback>
            <p:sp>
              <p:nvSpPr>
                <p:cNvPr id="53" name="文本框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5980" y="3323590"/>
                  <a:ext cx="76200" cy="368300"/>
                </a:xfrm>
                <a:prstGeom prst="rect">
                  <a:avLst/>
                </a:prstGeom>
                <a:blipFill>
                  <a:blip r:embed="rId8"/>
                  <a:stretch>
                    <a:fillRect l="-53846" r="-23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8472170" y="3159760"/>
                  <a:ext cx="1812925" cy="3968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L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̅"/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en-US" altLang="zh-CN" b="0" i="1" dirty="0">
                    <a:latin typeface="Cambria Math" panose="02040503050406030204" pitchFamily="18" charset="0"/>
                  </a:endParaRPr>
                </a:p>
                <a:p>
                  <a:endParaRPr lang="en-US" altLang="zh-CN" b="0" i="1" dirty="0"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i="1" dirty="0">
                    <a:latin typeface="Cambria Math" panose="02040503050406030204" pitchFamily="18" charset="0"/>
                    <a:cs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2170" y="3159760"/>
                  <a:ext cx="1812925" cy="396875"/>
                </a:xfrm>
                <a:prstGeom prst="rect">
                  <a:avLst/>
                </a:prstGeom>
                <a:blipFill>
                  <a:blip r:embed="rId9"/>
                  <a:stretch>
                    <a:fillRect b="-10923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任意多边形 22">
            <a:extLst>
              <a:ext uri="{FF2B5EF4-FFF2-40B4-BE49-F238E27FC236}">
                <a16:creationId xmlns:a16="http://schemas.microsoft.com/office/drawing/2014/main" id="{7E9073F6-7EE8-618D-F080-5DA2609841DF}"/>
              </a:ext>
            </a:extLst>
          </p:cNvPr>
          <p:cNvSpPr/>
          <p:nvPr/>
        </p:nvSpPr>
        <p:spPr>
          <a:xfrm flipH="1" flipV="1">
            <a:off x="6855326" y="1465897"/>
            <a:ext cx="1294765" cy="884555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866" h="2317">
                <a:moveTo>
                  <a:pt x="1749" y="0"/>
                </a:moveTo>
                <a:cubicBezTo>
                  <a:pt x="1763" y="0"/>
                  <a:pt x="1777" y="0"/>
                  <a:pt x="1791" y="0"/>
                </a:cubicBezTo>
                <a:lnTo>
                  <a:pt x="1806" y="1"/>
                </a:lnTo>
                <a:lnTo>
                  <a:pt x="3866" y="1"/>
                </a:lnTo>
                <a:lnTo>
                  <a:pt x="3839" y="32"/>
                </a:lnTo>
                <a:cubicBezTo>
                  <a:pt x="3577" y="334"/>
                  <a:pt x="3419" y="728"/>
                  <a:pt x="3419" y="1159"/>
                </a:cubicBezTo>
                <a:cubicBezTo>
                  <a:pt x="3419" y="1591"/>
                  <a:pt x="3577" y="1985"/>
                  <a:pt x="3839" y="2287"/>
                </a:cubicBezTo>
                <a:lnTo>
                  <a:pt x="3865" y="2317"/>
                </a:lnTo>
                <a:lnTo>
                  <a:pt x="1802" y="2317"/>
                </a:lnTo>
                <a:lnTo>
                  <a:pt x="1802" y="2316"/>
                </a:lnTo>
                <a:lnTo>
                  <a:pt x="1787" y="2317"/>
                </a:lnTo>
                <a:cubicBezTo>
                  <a:pt x="1774" y="2317"/>
                  <a:pt x="1762" y="2317"/>
                  <a:pt x="1749" y="2317"/>
                </a:cubicBezTo>
                <a:cubicBezTo>
                  <a:pt x="994" y="2317"/>
                  <a:pt x="337" y="1849"/>
                  <a:pt x="1" y="1160"/>
                </a:cubicBezTo>
                <a:lnTo>
                  <a:pt x="0" y="1159"/>
                </a:lnTo>
                <a:lnTo>
                  <a:pt x="0" y="1159"/>
                </a:lnTo>
                <a:lnTo>
                  <a:pt x="1" y="1156"/>
                </a:lnTo>
                <a:cubicBezTo>
                  <a:pt x="337" y="468"/>
                  <a:pt x="994" y="0"/>
                  <a:pt x="1749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D1F204E-9409-CAF8-B806-248277B688A4}"/>
              </a:ext>
            </a:extLst>
          </p:cNvPr>
          <p:cNvCxnSpPr/>
          <p:nvPr/>
        </p:nvCxnSpPr>
        <p:spPr>
          <a:xfrm>
            <a:off x="6235566" y="1648777"/>
            <a:ext cx="73025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363737D-D9B5-6DA3-7368-7BAD56DF55DD}"/>
              </a:ext>
            </a:extLst>
          </p:cNvPr>
          <p:cNvCxnSpPr/>
          <p:nvPr/>
        </p:nvCxnSpPr>
        <p:spPr>
          <a:xfrm>
            <a:off x="6235566" y="2170747"/>
            <a:ext cx="7143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988586D-E25A-E04D-0CBF-BA80CD5C9834}"/>
              </a:ext>
            </a:extLst>
          </p:cNvPr>
          <p:cNvCxnSpPr/>
          <p:nvPr/>
        </p:nvCxnSpPr>
        <p:spPr>
          <a:xfrm>
            <a:off x="8150091" y="1908492"/>
            <a:ext cx="61912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BC67BFC-5F04-1449-B21B-957CEA86A410}"/>
                  </a:ext>
                </a:extLst>
              </p:cNvPr>
              <p:cNvSpPr txBox="1"/>
              <p:nvPr/>
            </p:nvSpPr>
            <p:spPr>
              <a:xfrm>
                <a:off x="6022206" y="1432877"/>
                <a:ext cx="762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4BC67BFC-5F04-1449-B21B-957CEA86A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206" y="1432877"/>
                <a:ext cx="76200" cy="368300"/>
              </a:xfrm>
              <a:prstGeom prst="rect">
                <a:avLst/>
              </a:prstGeom>
              <a:blipFill>
                <a:blip r:embed="rId10"/>
                <a:stretch>
                  <a:fillRect l="-58333" r="-26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EC065E0-F4F8-CFD0-3B5E-BC2F6FE7A06C}"/>
                  </a:ext>
                </a:extLst>
              </p:cNvPr>
              <p:cNvSpPr txBox="1"/>
              <p:nvPr/>
            </p:nvSpPr>
            <p:spPr>
              <a:xfrm>
                <a:off x="6022206" y="1982152"/>
                <a:ext cx="762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9EC065E0-F4F8-CFD0-3B5E-BC2F6FE7A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206" y="1982152"/>
                <a:ext cx="76200" cy="368300"/>
              </a:xfrm>
              <a:prstGeom prst="rect">
                <a:avLst/>
              </a:prstGeom>
              <a:blipFill>
                <a:blip r:embed="rId11"/>
                <a:stretch>
                  <a:fillRect l="-58333" r="-27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B931779-632C-4262-CF35-C27280C4C3C9}"/>
                  </a:ext>
                </a:extLst>
              </p:cNvPr>
              <p:cNvSpPr txBox="1"/>
              <p:nvPr/>
            </p:nvSpPr>
            <p:spPr>
              <a:xfrm>
                <a:off x="8115166" y="1465897"/>
                <a:ext cx="1812925" cy="39687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𝐿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 = 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𝐴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+ 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DB931779-632C-4262-CF35-C27280C4C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5166" y="1465897"/>
                <a:ext cx="1812925" cy="396875"/>
              </a:xfrm>
              <a:prstGeom prst="rect">
                <a:avLst/>
              </a:prstGeom>
              <a:blipFill>
                <a:blip r:embed="rId12"/>
                <a:stretch>
                  <a:fillRect b="-37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弧形 15">
            <a:extLst>
              <a:ext uri="{FF2B5EF4-FFF2-40B4-BE49-F238E27FC236}">
                <a16:creationId xmlns:a16="http://schemas.microsoft.com/office/drawing/2014/main" id="{51483A03-C72B-39C7-A70A-DBCB3BF9DB04}"/>
              </a:ext>
            </a:extLst>
          </p:cNvPr>
          <p:cNvSpPr/>
          <p:nvPr/>
        </p:nvSpPr>
        <p:spPr>
          <a:xfrm>
            <a:off x="5424067" y="1171974"/>
            <a:ext cx="1472400" cy="1472400"/>
          </a:xfrm>
          <a:prstGeom prst="arc">
            <a:avLst>
              <a:gd name="adj1" fmla="val 19429299"/>
              <a:gd name="adj2" fmla="val 221016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任意多边形 22">
            <a:extLst>
              <a:ext uri="{FF2B5EF4-FFF2-40B4-BE49-F238E27FC236}">
                <a16:creationId xmlns:a16="http://schemas.microsoft.com/office/drawing/2014/main" id="{33306745-B73A-F314-1D72-7A6B6B4D5A95}"/>
              </a:ext>
            </a:extLst>
          </p:cNvPr>
          <p:cNvSpPr/>
          <p:nvPr/>
        </p:nvSpPr>
        <p:spPr>
          <a:xfrm flipH="1" flipV="1">
            <a:off x="6855326" y="1465897"/>
            <a:ext cx="1294765" cy="884555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866" h="2317">
                <a:moveTo>
                  <a:pt x="1749" y="0"/>
                </a:moveTo>
                <a:cubicBezTo>
                  <a:pt x="1763" y="0"/>
                  <a:pt x="1777" y="0"/>
                  <a:pt x="1791" y="0"/>
                </a:cubicBezTo>
                <a:lnTo>
                  <a:pt x="1806" y="1"/>
                </a:lnTo>
                <a:lnTo>
                  <a:pt x="3866" y="1"/>
                </a:lnTo>
                <a:lnTo>
                  <a:pt x="3839" y="32"/>
                </a:lnTo>
                <a:cubicBezTo>
                  <a:pt x="3577" y="334"/>
                  <a:pt x="3419" y="728"/>
                  <a:pt x="3419" y="1159"/>
                </a:cubicBezTo>
                <a:cubicBezTo>
                  <a:pt x="3419" y="1591"/>
                  <a:pt x="3577" y="1985"/>
                  <a:pt x="3839" y="2287"/>
                </a:cubicBezTo>
                <a:lnTo>
                  <a:pt x="3865" y="2317"/>
                </a:lnTo>
                <a:lnTo>
                  <a:pt x="1802" y="2317"/>
                </a:lnTo>
                <a:lnTo>
                  <a:pt x="1802" y="2316"/>
                </a:lnTo>
                <a:lnTo>
                  <a:pt x="1787" y="2317"/>
                </a:lnTo>
                <a:cubicBezTo>
                  <a:pt x="1774" y="2317"/>
                  <a:pt x="1762" y="2317"/>
                  <a:pt x="1749" y="2317"/>
                </a:cubicBezTo>
                <a:cubicBezTo>
                  <a:pt x="994" y="2317"/>
                  <a:pt x="337" y="1849"/>
                  <a:pt x="1" y="1160"/>
                </a:cubicBezTo>
                <a:lnTo>
                  <a:pt x="0" y="1159"/>
                </a:lnTo>
                <a:lnTo>
                  <a:pt x="0" y="1159"/>
                </a:lnTo>
                <a:lnTo>
                  <a:pt x="1" y="1156"/>
                </a:lnTo>
                <a:cubicBezTo>
                  <a:pt x="337" y="468"/>
                  <a:pt x="994" y="0"/>
                  <a:pt x="1749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60897DB-4A01-F92D-34D7-3AA1D5EA9FCE}"/>
              </a:ext>
            </a:extLst>
          </p:cNvPr>
          <p:cNvCxnSpPr/>
          <p:nvPr/>
        </p:nvCxnSpPr>
        <p:spPr>
          <a:xfrm>
            <a:off x="6235566" y="1648777"/>
            <a:ext cx="73025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18214DEC-24AF-4B17-90FF-153829477A1B}"/>
              </a:ext>
            </a:extLst>
          </p:cNvPr>
          <p:cNvCxnSpPr/>
          <p:nvPr/>
        </p:nvCxnSpPr>
        <p:spPr>
          <a:xfrm>
            <a:off x="6235566" y="2170747"/>
            <a:ext cx="7143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9FA1381-CB88-054A-EE19-9280205178BD}"/>
                  </a:ext>
                </a:extLst>
              </p:cNvPr>
              <p:cNvSpPr txBox="1"/>
              <p:nvPr/>
            </p:nvSpPr>
            <p:spPr>
              <a:xfrm>
                <a:off x="6022206" y="1432877"/>
                <a:ext cx="762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9FA1381-CB88-054A-EE19-928020517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206" y="1432877"/>
                <a:ext cx="76200" cy="368300"/>
              </a:xfrm>
              <a:prstGeom prst="rect">
                <a:avLst/>
              </a:prstGeom>
              <a:blipFill>
                <a:blip r:embed="rId2"/>
                <a:stretch>
                  <a:fillRect l="-58333" r="-26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64AFC79-5E41-F5DA-4AF0-5EF8BCBC4570}"/>
                  </a:ext>
                </a:extLst>
              </p:cNvPr>
              <p:cNvSpPr txBox="1"/>
              <p:nvPr/>
            </p:nvSpPr>
            <p:spPr>
              <a:xfrm>
                <a:off x="6022206" y="1982152"/>
                <a:ext cx="762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64AFC79-5E41-F5DA-4AF0-5EF8BCBC4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206" y="1982152"/>
                <a:ext cx="76200" cy="368300"/>
              </a:xfrm>
              <a:prstGeom prst="rect">
                <a:avLst/>
              </a:prstGeom>
              <a:blipFill>
                <a:blip r:embed="rId3"/>
                <a:stretch>
                  <a:fillRect l="-58333" r="-27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9F68C3E-CFCC-AC7A-D7DA-CA8D42BE284D}"/>
                  </a:ext>
                </a:extLst>
              </p:cNvPr>
              <p:cNvSpPr txBox="1"/>
              <p:nvPr/>
            </p:nvSpPr>
            <p:spPr>
              <a:xfrm>
                <a:off x="7480166" y="1553332"/>
                <a:ext cx="1812925" cy="39687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9F68C3E-CFCC-AC7A-D7DA-CA8D42BE2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166" y="1553332"/>
                <a:ext cx="1812925" cy="396875"/>
              </a:xfrm>
              <a:prstGeom prst="rect">
                <a:avLst/>
              </a:prstGeom>
              <a:blipFill>
                <a:blip r:embed="rId4"/>
                <a:stretch>
                  <a:fillRect b="-38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弧形 8">
            <a:extLst>
              <a:ext uri="{FF2B5EF4-FFF2-40B4-BE49-F238E27FC236}">
                <a16:creationId xmlns:a16="http://schemas.microsoft.com/office/drawing/2014/main" id="{F312FB37-338A-D535-8233-EB977491D50F}"/>
              </a:ext>
            </a:extLst>
          </p:cNvPr>
          <p:cNvSpPr/>
          <p:nvPr/>
        </p:nvSpPr>
        <p:spPr>
          <a:xfrm>
            <a:off x="5424067" y="1171974"/>
            <a:ext cx="1472400" cy="1472400"/>
          </a:xfrm>
          <a:prstGeom prst="arc">
            <a:avLst>
              <a:gd name="adj1" fmla="val 19429299"/>
              <a:gd name="adj2" fmla="val 221016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 22">
            <a:extLst>
              <a:ext uri="{FF2B5EF4-FFF2-40B4-BE49-F238E27FC236}">
                <a16:creationId xmlns:a16="http://schemas.microsoft.com/office/drawing/2014/main" id="{F8859CDC-30C2-03A9-5AD9-656277EE9086}"/>
              </a:ext>
            </a:extLst>
          </p:cNvPr>
          <p:cNvSpPr/>
          <p:nvPr/>
        </p:nvSpPr>
        <p:spPr>
          <a:xfrm flipH="1" flipV="1">
            <a:off x="9369926" y="2391092"/>
            <a:ext cx="1294765" cy="884555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866" h="2317">
                <a:moveTo>
                  <a:pt x="1749" y="0"/>
                </a:moveTo>
                <a:cubicBezTo>
                  <a:pt x="1763" y="0"/>
                  <a:pt x="1777" y="0"/>
                  <a:pt x="1791" y="0"/>
                </a:cubicBezTo>
                <a:lnTo>
                  <a:pt x="1806" y="1"/>
                </a:lnTo>
                <a:lnTo>
                  <a:pt x="3866" y="1"/>
                </a:lnTo>
                <a:lnTo>
                  <a:pt x="3839" y="32"/>
                </a:lnTo>
                <a:cubicBezTo>
                  <a:pt x="3577" y="334"/>
                  <a:pt x="3419" y="728"/>
                  <a:pt x="3419" y="1159"/>
                </a:cubicBezTo>
                <a:cubicBezTo>
                  <a:pt x="3419" y="1591"/>
                  <a:pt x="3577" y="1985"/>
                  <a:pt x="3839" y="2287"/>
                </a:cubicBezTo>
                <a:lnTo>
                  <a:pt x="3865" y="2317"/>
                </a:lnTo>
                <a:lnTo>
                  <a:pt x="1802" y="2317"/>
                </a:lnTo>
                <a:lnTo>
                  <a:pt x="1802" y="2316"/>
                </a:lnTo>
                <a:lnTo>
                  <a:pt x="1787" y="2317"/>
                </a:lnTo>
                <a:cubicBezTo>
                  <a:pt x="1774" y="2317"/>
                  <a:pt x="1762" y="2317"/>
                  <a:pt x="1749" y="2317"/>
                </a:cubicBezTo>
                <a:cubicBezTo>
                  <a:pt x="994" y="2317"/>
                  <a:pt x="337" y="1849"/>
                  <a:pt x="1" y="1160"/>
                </a:cubicBezTo>
                <a:lnTo>
                  <a:pt x="0" y="1159"/>
                </a:lnTo>
                <a:lnTo>
                  <a:pt x="0" y="1159"/>
                </a:lnTo>
                <a:lnTo>
                  <a:pt x="1" y="1156"/>
                </a:lnTo>
                <a:cubicBezTo>
                  <a:pt x="337" y="468"/>
                  <a:pt x="994" y="0"/>
                  <a:pt x="1749" y="0"/>
                </a:cubicBezTo>
                <a:close/>
              </a:path>
            </a:pathLst>
          </a:cu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5E62040-8447-05AC-240F-4408DA697103}"/>
              </a:ext>
            </a:extLst>
          </p:cNvPr>
          <p:cNvCxnSpPr>
            <a:cxnSpLocks/>
          </p:cNvCxnSpPr>
          <p:nvPr/>
        </p:nvCxnSpPr>
        <p:spPr>
          <a:xfrm>
            <a:off x="6235566" y="3095942"/>
            <a:ext cx="32289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29E64D3-A808-C3CC-52F2-543B8A4B53A3}"/>
              </a:ext>
            </a:extLst>
          </p:cNvPr>
          <p:cNvCxnSpPr/>
          <p:nvPr/>
        </p:nvCxnSpPr>
        <p:spPr>
          <a:xfrm>
            <a:off x="10664691" y="2833687"/>
            <a:ext cx="61912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D1E9FD2-A1B9-21DF-12B6-87BF8F7E4375}"/>
                  </a:ext>
                </a:extLst>
              </p:cNvPr>
              <p:cNvSpPr txBox="1"/>
              <p:nvPr/>
            </p:nvSpPr>
            <p:spPr>
              <a:xfrm>
                <a:off x="5923345" y="2911792"/>
                <a:ext cx="473844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altLang="zh-CN" dirty="0"/>
              </a:p>
            </p:txBody>
          </p:sp>
        </mc:Choice>
        <mc:Fallback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3D1E9FD2-A1B9-21DF-12B6-87BF8F7E4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345" y="2911792"/>
                <a:ext cx="473844" cy="368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263E0E5-8FEA-4637-84C1-A7A86F2306E2}"/>
                  </a:ext>
                </a:extLst>
              </p:cNvPr>
              <p:cNvSpPr txBox="1"/>
              <p:nvPr/>
            </p:nvSpPr>
            <p:spPr>
              <a:xfrm>
                <a:off x="10134466" y="2450106"/>
                <a:ext cx="1812925" cy="39687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altLang="zh-CN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i="1" dirty="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7263E0E5-8FEA-4637-84C1-A7A86F230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466" y="2450106"/>
                <a:ext cx="1812925" cy="396875"/>
              </a:xfrm>
              <a:prstGeom prst="rect">
                <a:avLst/>
              </a:prstGeom>
              <a:blipFill>
                <a:blip r:embed="rId6"/>
                <a:stretch>
                  <a:fillRect b="-38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弧形 16">
            <a:extLst>
              <a:ext uri="{FF2B5EF4-FFF2-40B4-BE49-F238E27FC236}">
                <a16:creationId xmlns:a16="http://schemas.microsoft.com/office/drawing/2014/main" id="{2B43BF60-F457-4F71-BFD5-1334D78CF146}"/>
              </a:ext>
            </a:extLst>
          </p:cNvPr>
          <p:cNvSpPr/>
          <p:nvPr/>
        </p:nvSpPr>
        <p:spPr>
          <a:xfrm>
            <a:off x="7938667" y="2097169"/>
            <a:ext cx="1472400" cy="1472400"/>
          </a:xfrm>
          <a:prstGeom prst="arc">
            <a:avLst>
              <a:gd name="adj1" fmla="val 19429299"/>
              <a:gd name="adj2" fmla="val 2210165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AF8A0D73-70CA-B349-36B8-8F181007AEE7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8150091" y="1908174"/>
            <a:ext cx="1314450" cy="667068"/>
          </a:xfrm>
          <a:prstGeom prst="bentConnector3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NkOTg5MjZlZjEzNTdlYjk5YTg3ZTczZTZlMGJkOGM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80</Words>
  <Application>Microsoft Office PowerPoint</Application>
  <PresentationFormat>宽屏</PresentationFormat>
  <Paragraphs>52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等线 Light</vt:lpstr>
      <vt:lpstr>Arial</vt:lpstr>
      <vt:lpstr>Cambria Math</vt:lpstr>
      <vt:lpstr>Times New Roman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喻锦鹏</dc:creator>
  <cp:lastModifiedBy>喻锦鹏</cp:lastModifiedBy>
  <cp:revision>12</cp:revision>
  <dcterms:created xsi:type="dcterms:W3CDTF">2024-05-27T15:50:00Z</dcterms:created>
  <dcterms:modified xsi:type="dcterms:W3CDTF">2024-05-30T08:38:59Z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426E189F63C04A6A884272AA7D911CB0_12</vt:lpwstr>
  </property>
  <property fmtid="{D5CDD505-2E9C-101B-9397-08002B2CF9AE}" pid="3" name="KSOProductBuildVer">
    <vt:lpwstr>2052-12.1.0.16929</vt:lpwstr>
  </property>
</Properties>
</file>